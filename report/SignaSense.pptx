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4"/>
  </p:notesMasterIdLst>
  <p:sldIdLst>
    <p:sldId id="256" r:id="rId2"/>
    <p:sldId id="268" r:id="rId3"/>
    <p:sldId id="270" r:id="rId4"/>
    <p:sldId id="258" r:id="rId5"/>
    <p:sldId id="259" r:id="rId6"/>
    <p:sldId id="260" r:id="rId7"/>
    <p:sldId id="261" r:id="rId8"/>
    <p:sldId id="263" r:id="rId9"/>
    <p:sldId id="264" r:id="rId10"/>
    <p:sldId id="265" r:id="rId11"/>
    <p:sldId id="266" r:id="rId12"/>
    <p:sldId id="267" r:id="rId13"/>
  </p:sldIdLst>
  <p:sldSz cx="12192000" cy="6858000"/>
  <p:notesSz cx="6858000" cy="9144000"/>
  <p:defaultTextStyle>
    <a:defPPr>
      <a:defRPr lang="en-U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434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53" autoAdjust="0"/>
    <p:restoredTop sz="94660"/>
  </p:normalViewPr>
  <p:slideViewPr>
    <p:cSldViewPr snapToGrid="0">
      <p:cViewPr varScale="1">
        <p:scale>
          <a:sx n="82" d="100"/>
          <a:sy n="82" d="100"/>
        </p:scale>
        <p:origin x="557"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30F394B-BD15-4BA6-B40B-4A7F59847C4A}" type="doc">
      <dgm:prSet loTypeId="urn:microsoft.com/office/officeart/2005/8/layout/hProcess4" loCatId="process" qsTypeId="urn:microsoft.com/office/officeart/2005/8/quickstyle/simple1" qsCatId="simple" csTypeId="urn:microsoft.com/office/officeart/2005/8/colors/accent1_2" csCatId="accent1" phldr="1"/>
      <dgm:spPr/>
      <dgm:t>
        <a:bodyPr/>
        <a:lstStyle/>
        <a:p>
          <a:endParaRPr lang="en-UG"/>
        </a:p>
      </dgm:t>
    </dgm:pt>
    <dgm:pt modelId="{00B987F9-6C49-4B68-92FF-3C4C73527C45}">
      <dgm:prSet phldrT="[Text]" custT="1"/>
      <dgm:spPr/>
      <dgm:t>
        <a:bodyPr/>
        <a:lstStyle/>
        <a:p>
          <a:pPr>
            <a:buNone/>
          </a:pPr>
          <a:r>
            <a:rPr lang="en-US" sz="1100" b="1" dirty="0">
              <a:latin typeface="Times New Roman" panose="02020603050405020304" pitchFamily="18" charset="0"/>
              <a:cs typeface="Times New Roman" panose="02020603050405020304" pitchFamily="18" charset="0"/>
            </a:rPr>
            <a:t>planning Phase:</a:t>
          </a:r>
          <a:endParaRPr lang="en-UG" sz="1100" dirty="0">
            <a:latin typeface="Times New Roman" panose="02020603050405020304" pitchFamily="18" charset="0"/>
            <a:cs typeface="Times New Roman" panose="02020603050405020304" pitchFamily="18" charset="0"/>
          </a:endParaRPr>
        </a:p>
      </dgm:t>
    </dgm:pt>
    <dgm:pt modelId="{FFDCB3A8-CCE8-449C-9B70-ADCE3A171D2B}" type="parTrans" cxnId="{6EC7C675-0EEC-4FC3-A9C8-8CFC90B23DA5}">
      <dgm:prSet/>
      <dgm:spPr/>
      <dgm:t>
        <a:bodyPr/>
        <a:lstStyle/>
        <a:p>
          <a:endParaRPr lang="en-UG"/>
        </a:p>
      </dgm:t>
    </dgm:pt>
    <dgm:pt modelId="{0AED8201-BDC2-4063-8A3D-5F5B452439A3}" type="sibTrans" cxnId="{6EC7C675-0EEC-4FC3-A9C8-8CFC90B23DA5}">
      <dgm:prSet custT="1"/>
      <dgm:spPr/>
      <dgm:t>
        <a:bodyPr/>
        <a:lstStyle/>
        <a:p>
          <a:endParaRPr lang="en-UG" sz="1700"/>
        </a:p>
      </dgm:t>
    </dgm:pt>
    <dgm:pt modelId="{52B5F1BE-CF13-4DA4-B54D-F8612A80C7EA}">
      <dgm:prSet phldrT="[Text]" custT="1"/>
      <dgm:spPr/>
      <dgm:t>
        <a:bodyPr/>
        <a:lstStyle/>
        <a:p>
          <a:r>
            <a:rPr lang="en-US" sz="1100" b="0" i="0" dirty="0">
              <a:solidFill>
                <a:schemeClr val="tx1"/>
              </a:solidFill>
              <a:effectLst/>
              <a:latin typeface="Times New Roman" panose="02020603050405020304" pitchFamily="18" charset="0"/>
              <a:cs typeface="Times New Roman" panose="02020603050405020304" pitchFamily="18" charset="0"/>
            </a:rPr>
            <a:t>Requirement gathering, component selection.</a:t>
          </a:r>
          <a:endParaRPr lang="en-UG" sz="1100" dirty="0">
            <a:solidFill>
              <a:schemeClr val="tx1"/>
            </a:solidFill>
            <a:latin typeface="Times New Roman" panose="02020603050405020304" pitchFamily="18" charset="0"/>
            <a:cs typeface="Times New Roman" panose="02020603050405020304" pitchFamily="18" charset="0"/>
          </a:endParaRPr>
        </a:p>
      </dgm:t>
    </dgm:pt>
    <dgm:pt modelId="{04CEC13C-DCF8-4D92-9CCB-BCA13CDB2E29}" type="parTrans" cxnId="{8A41A870-55E2-4E71-B5E1-914499E3D234}">
      <dgm:prSet/>
      <dgm:spPr/>
      <dgm:t>
        <a:bodyPr/>
        <a:lstStyle/>
        <a:p>
          <a:endParaRPr lang="en-UG"/>
        </a:p>
      </dgm:t>
    </dgm:pt>
    <dgm:pt modelId="{5298C6C4-A513-4FA4-A76A-46D3DECB3B80}" type="sibTrans" cxnId="{8A41A870-55E2-4E71-B5E1-914499E3D234}">
      <dgm:prSet/>
      <dgm:spPr/>
      <dgm:t>
        <a:bodyPr/>
        <a:lstStyle/>
        <a:p>
          <a:endParaRPr lang="en-UG"/>
        </a:p>
      </dgm:t>
    </dgm:pt>
    <dgm:pt modelId="{2292EC25-03F4-4E43-AF1C-438F5789E62A}">
      <dgm:prSet phldrT="[Text]" custT="1"/>
      <dgm:spPr/>
      <dgm:t>
        <a:bodyPr/>
        <a:lstStyle/>
        <a:p>
          <a:r>
            <a:rPr lang="en-US" sz="1100" b="1" i="0" dirty="0">
              <a:solidFill>
                <a:srgbClr val="FFFFFF"/>
              </a:solidFill>
              <a:effectLst/>
              <a:latin typeface="Times New Roman" panose="02020603050405020304" pitchFamily="18" charset="0"/>
              <a:cs typeface="Times New Roman" panose="02020603050405020304" pitchFamily="18" charset="0"/>
            </a:rPr>
            <a:t>Hardware Development:</a:t>
          </a:r>
          <a:endParaRPr lang="en-UG" sz="1100" dirty="0">
            <a:latin typeface="Times New Roman" panose="02020603050405020304" pitchFamily="18" charset="0"/>
            <a:cs typeface="Times New Roman" panose="02020603050405020304" pitchFamily="18" charset="0"/>
          </a:endParaRPr>
        </a:p>
      </dgm:t>
    </dgm:pt>
    <dgm:pt modelId="{9D7AB49D-7652-4899-9255-1995AE7C4624}" type="parTrans" cxnId="{D606163A-4AE4-4187-8834-D1BB476440E4}">
      <dgm:prSet/>
      <dgm:spPr/>
      <dgm:t>
        <a:bodyPr/>
        <a:lstStyle/>
        <a:p>
          <a:endParaRPr lang="en-UG"/>
        </a:p>
      </dgm:t>
    </dgm:pt>
    <dgm:pt modelId="{E48EB652-4554-4F82-BF74-15E26955D0F0}" type="sibTrans" cxnId="{D606163A-4AE4-4187-8834-D1BB476440E4}">
      <dgm:prSet custT="1"/>
      <dgm:spPr/>
      <dgm:t>
        <a:bodyPr/>
        <a:lstStyle/>
        <a:p>
          <a:endParaRPr lang="en-UG" sz="1700"/>
        </a:p>
      </dgm:t>
    </dgm:pt>
    <dgm:pt modelId="{6733D092-FE06-4553-B4C7-71B814572B3B}">
      <dgm:prSet phldrT="[Text]" custT="1"/>
      <dgm:spPr/>
      <dgm:t>
        <a:bodyPr/>
        <a:lstStyle/>
        <a:p>
          <a:r>
            <a:rPr lang="en-US" sz="1100" b="0" i="0" dirty="0">
              <a:solidFill>
                <a:schemeClr val="tx1"/>
              </a:solidFill>
              <a:effectLst/>
              <a:latin typeface="Times New Roman" panose="02020603050405020304" pitchFamily="18" charset="0"/>
              <a:cs typeface="Times New Roman" panose="02020603050405020304" pitchFamily="18" charset="0"/>
            </a:rPr>
            <a:t>Building glove (sensors) and stick (ultrasonic + vibration).</a:t>
          </a:r>
          <a:endParaRPr lang="en-UG" sz="1100" dirty="0">
            <a:solidFill>
              <a:schemeClr val="tx1"/>
            </a:solidFill>
            <a:latin typeface="Times New Roman" panose="02020603050405020304" pitchFamily="18" charset="0"/>
            <a:cs typeface="Times New Roman" panose="02020603050405020304" pitchFamily="18" charset="0"/>
          </a:endParaRPr>
        </a:p>
      </dgm:t>
    </dgm:pt>
    <dgm:pt modelId="{14740E59-0425-4E91-9851-D5A1875D7085}" type="parTrans" cxnId="{B3D794D4-779F-448E-86A8-03071F03A439}">
      <dgm:prSet/>
      <dgm:spPr/>
      <dgm:t>
        <a:bodyPr/>
        <a:lstStyle/>
        <a:p>
          <a:endParaRPr lang="en-UG"/>
        </a:p>
      </dgm:t>
    </dgm:pt>
    <dgm:pt modelId="{6F1A46F7-BA01-4A84-98DC-89CBB7B404E8}" type="sibTrans" cxnId="{B3D794D4-779F-448E-86A8-03071F03A439}">
      <dgm:prSet/>
      <dgm:spPr/>
      <dgm:t>
        <a:bodyPr/>
        <a:lstStyle/>
        <a:p>
          <a:endParaRPr lang="en-UG"/>
        </a:p>
      </dgm:t>
    </dgm:pt>
    <dgm:pt modelId="{6B2CD409-77AD-44FC-987D-0D54480C4D4A}">
      <dgm:prSet phldrT="[Text]" custT="1"/>
      <dgm:spPr/>
      <dgm:t>
        <a:bodyPr/>
        <a:lstStyle/>
        <a:p>
          <a:r>
            <a:rPr lang="en-US" sz="1100" b="1" i="0" dirty="0">
              <a:solidFill>
                <a:srgbClr val="FFFFFF"/>
              </a:solidFill>
              <a:effectLst/>
              <a:latin typeface="Times New Roman" panose="02020603050405020304" pitchFamily="18" charset="0"/>
              <a:cs typeface="Times New Roman" panose="02020603050405020304" pitchFamily="18" charset="0"/>
            </a:rPr>
            <a:t> Software Development:</a:t>
          </a:r>
          <a:r>
            <a:rPr lang="en-US" sz="1100" b="0" i="0" dirty="0">
              <a:solidFill>
                <a:srgbClr val="FFFFFF"/>
              </a:solidFill>
              <a:effectLst/>
              <a:latin typeface="Times New Roman" panose="02020603050405020304" pitchFamily="18" charset="0"/>
              <a:cs typeface="Times New Roman" panose="02020603050405020304" pitchFamily="18" charset="0"/>
            </a:rPr>
            <a:t> </a:t>
          </a:r>
          <a:endParaRPr lang="en-UG" sz="1100" dirty="0">
            <a:latin typeface="Times New Roman" panose="02020603050405020304" pitchFamily="18" charset="0"/>
            <a:cs typeface="Times New Roman" panose="02020603050405020304" pitchFamily="18" charset="0"/>
          </a:endParaRPr>
        </a:p>
      </dgm:t>
    </dgm:pt>
    <dgm:pt modelId="{13BF877F-F516-4FE2-AA80-76CD349686E7}" type="parTrans" cxnId="{9C8CDB81-B9AB-4B69-922E-8DAE26E863D6}">
      <dgm:prSet/>
      <dgm:spPr/>
      <dgm:t>
        <a:bodyPr/>
        <a:lstStyle/>
        <a:p>
          <a:endParaRPr lang="en-UG"/>
        </a:p>
      </dgm:t>
    </dgm:pt>
    <dgm:pt modelId="{AEDF0D5E-F201-497D-81E4-EBA55A761FA2}" type="sibTrans" cxnId="{9C8CDB81-B9AB-4B69-922E-8DAE26E863D6}">
      <dgm:prSet custT="1"/>
      <dgm:spPr/>
      <dgm:t>
        <a:bodyPr/>
        <a:lstStyle/>
        <a:p>
          <a:endParaRPr lang="en-UG" sz="1700"/>
        </a:p>
      </dgm:t>
    </dgm:pt>
    <dgm:pt modelId="{84CB691E-1DB0-4DBF-BAF9-88D67E4D298C}">
      <dgm:prSet phldrT="[Text]" custT="1"/>
      <dgm:spPr/>
      <dgm:t>
        <a:bodyPr/>
        <a:lstStyle/>
        <a:p>
          <a:r>
            <a:rPr lang="en-US" sz="1100" b="0" i="0" dirty="0">
              <a:solidFill>
                <a:schemeClr val="tx1"/>
              </a:solidFill>
              <a:effectLst/>
              <a:latin typeface="Times New Roman" panose="02020603050405020304" pitchFamily="18" charset="0"/>
              <a:cs typeface="Times New Roman" panose="02020603050405020304" pitchFamily="18" charset="0"/>
            </a:rPr>
            <a:t>Arduino + Python integration, offline speech output.</a:t>
          </a:r>
          <a:endParaRPr lang="en-UG" sz="1100" dirty="0">
            <a:solidFill>
              <a:schemeClr val="tx1"/>
            </a:solidFill>
            <a:latin typeface="Times New Roman" panose="02020603050405020304" pitchFamily="18" charset="0"/>
            <a:cs typeface="Times New Roman" panose="02020603050405020304" pitchFamily="18" charset="0"/>
          </a:endParaRPr>
        </a:p>
      </dgm:t>
    </dgm:pt>
    <dgm:pt modelId="{EE3D6BD3-60E9-405A-A958-FBE2AB7D6428}" type="parTrans" cxnId="{D96B3BB7-44E8-4065-BCF9-C5715D99C426}">
      <dgm:prSet/>
      <dgm:spPr/>
      <dgm:t>
        <a:bodyPr/>
        <a:lstStyle/>
        <a:p>
          <a:endParaRPr lang="en-UG"/>
        </a:p>
      </dgm:t>
    </dgm:pt>
    <dgm:pt modelId="{96A91CE6-3D7A-479D-A1BE-4A586199A0F7}" type="sibTrans" cxnId="{D96B3BB7-44E8-4065-BCF9-C5715D99C426}">
      <dgm:prSet/>
      <dgm:spPr/>
      <dgm:t>
        <a:bodyPr/>
        <a:lstStyle/>
        <a:p>
          <a:endParaRPr lang="en-UG"/>
        </a:p>
      </dgm:t>
    </dgm:pt>
    <dgm:pt modelId="{D4763D44-9454-428C-8703-7C435F5B484F}">
      <dgm:prSet custT="1"/>
      <dgm:spPr/>
      <dgm:t>
        <a:bodyPr/>
        <a:lstStyle/>
        <a:p>
          <a:r>
            <a:rPr lang="en-US" sz="1100" b="1" dirty="0">
              <a:latin typeface="Times New Roman" panose="02020603050405020304" pitchFamily="18" charset="0"/>
              <a:cs typeface="Times New Roman" panose="02020603050405020304" pitchFamily="18" charset="0"/>
            </a:rPr>
            <a:t>Testing &amp; Evaluation:</a:t>
          </a:r>
          <a:endParaRPr lang="en-UG" sz="1100" b="1" dirty="0">
            <a:latin typeface="Times New Roman" panose="02020603050405020304" pitchFamily="18" charset="0"/>
            <a:cs typeface="Times New Roman" panose="02020603050405020304" pitchFamily="18" charset="0"/>
          </a:endParaRPr>
        </a:p>
      </dgm:t>
    </dgm:pt>
    <dgm:pt modelId="{2F8159FE-87A3-4B85-8B97-026CA255CF7B}" type="parTrans" cxnId="{6ABFADD3-32B3-4D4C-ADEE-DF70C9691F5F}">
      <dgm:prSet/>
      <dgm:spPr/>
      <dgm:t>
        <a:bodyPr/>
        <a:lstStyle/>
        <a:p>
          <a:endParaRPr lang="en-UG"/>
        </a:p>
      </dgm:t>
    </dgm:pt>
    <dgm:pt modelId="{C7470F09-7CFF-4D4B-9429-0991B81E63EC}" type="sibTrans" cxnId="{6ABFADD3-32B3-4D4C-ADEE-DF70C9691F5F}">
      <dgm:prSet custT="1"/>
      <dgm:spPr/>
      <dgm:t>
        <a:bodyPr/>
        <a:lstStyle/>
        <a:p>
          <a:endParaRPr lang="en-UG" sz="1700"/>
        </a:p>
      </dgm:t>
    </dgm:pt>
    <dgm:pt modelId="{7143F149-1303-47D7-9196-5D98053CD2CB}">
      <dgm:prSet custT="1"/>
      <dgm:spPr/>
      <dgm:t>
        <a:bodyPr/>
        <a:lstStyle/>
        <a:p>
          <a:r>
            <a:rPr lang="en-US" sz="1100" b="1" dirty="0">
              <a:latin typeface="Times New Roman" panose="02020603050405020304" pitchFamily="18" charset="0"/>
              <a:cs typeface="Times New Roman" panose="02020603050405020304" pitchFamily="18" charset="0"/>
            </a:rPr>
            <a:t>Refinement</a:t>
          </a:r>
          <a:endParaRPr lang="en-UG" sz="1100" b="1" dirty="0">
            <a:latin typeface="Times New Roman" panose="02020603050405020304" pitchFamily="18" charset="0"/>
            <a:cs typeface="Times New Roman" panose="02020603050405020304" pitchFamily="18" charset="0"/>
          </a:endParaRPr>
        </a:p>
      </dgm:t>
    </dgm:pt>
    <dgm:pt modelId="{0CA67E47-A1DE-4B41-A867-7039C7D945C2}" type="parTrans" cxnId="{67D74BDB-A7AB-4D54-9FF8-9030AE816C8B}">
      <dgm:prSet/>
      <dgm:spPr/>
      <dgm:t>
        <a:bodyPr/>
        <a:lstStyle/>
        <a:p>
          <a:endParaRPr lang="en-UG"/>
        </a:p>
      </dgm:t>
    </dgm:pt>
    <dgm:pt modelId="{10DA64F5-37BD-4F8F-A9D6-174F35BF144B}" type="sibTrans" cxnId="{67D74BDB-A7AB-4D54-9FF8-9030AE816C8B}">
      <dgm:prSet/>
      <dgm:spPr/>
      <dgm:t>
        <a:bodyPr/>
        <a:lstStyle/>
        <a:p>
          <a:endParaRPr lang="en-UG"/>
        </a:p>
      </dgm:t>
    </dgm:pt>
    <dgm:pt modelId="{FCA53FE4-D847-4E87-99AD-B4116536E821}">
      <dgm:prSet custT="1"/>
      <dgm:spPr/>
      <dgm:t>
        <a:bodyPr/>
        <a:lstStyle/>
        <a:p>
          <a:r>
            <a:rPr lang="en-US" sz="1100" dirty="0">
              <a:latin typeface="Times New Roman" panose="02020603050405020304" pitchFamily="18" charset="0"/>
              <a:cs typeface="Times New Roman" panose="02020603050405020304" pitchFamily="18" charset="0"/>
            </a:rPr>
            <a:t>User trails, accuracy, and usability analysis</a:t>
          </a:r>
          <a:endParaRPr lang="en-UG" sz="1100" dirty="0">
            <a:latin typeface="Times New Roman" panose="02020603050405020304" pitchFamily="18" charset="0"/>
            <a:cs typeface="Times New Roman" panose="02020603050405020304" pitchFamily="18" charset="0"/>
          </a:endParaRPr>
        </a:p>
      </dgm:t>
    </dgm:pt>
    <dgm:pt modelId="{12143574-4235-40ED-84E9-56E758C1DC1B}" type="parTrans" cxnId="{802310A9-E59A-4802-A089-480888864F89}">
      <dgm:prSet/>
      <dgm:spPr/>
      <dgm:t>
        <a:bodyPr/>
        <a:lstStyle/>
        <a:p>
          <a:endParaRPr lang="en-UG"/>
        </a:p>
      </dgm:t>
    </dgm:pt>
    <dgm:pt modelId="{E2D63454-A041-4669-B33D-FEFF30A0BDC8}" type="sibTrans" cxnId="{802310A9-E59A-4802-A089-480888864F89}">
      <dgm:prSet/>
      <dgm:spPr/>
      <dgm:t>
        <a:bodyPr/>
        <a:lstStyle/>
        <a:p>
          <a:endParaRPr lang="en-UG"/>
        </a:p>
      </dgm:t>
    </dgm:pt>
    <dgm:pt modelId="{1EB790B4-374F-4295-8B77-4EC7E502A013}">
      <dgm:prSet custT="1"/>
      <dgm:spPr/>
      <dgm:t>
        <a:bodyPr/>
        <a:lstStyle/>
        <a:p>
          <a:r>
            <a:rPr lang="en-US" sz="1100" dirty="0">
              <a:latin typeface="Times New Roman" panose="02020603050405020304" pitchFamily="18" charset="0"/>
              <a:cs typeface="Times New Roman" panose="02020603050405020304" pitchFamily="18" charset="0"/>
            </a:rPr>
            <a:t>Improve based on results to meet objectives.</a:t>
          </a:r>
          <a:endParaRPr lang="en-UG" sz="1100" dirty="0">
            <a:latin typeface="Times New Roman" panose="02020603050405020304" pitchFamily="18" charset="0"/>
            <a:cs typeface="Times New Roman" panose="02020603050405020304" pitchFamily="18" charset="0"/>
          </a:endParaRPr>
        </a:p>
      </dgm:t>
    </dgm:pt>
    <dgm:pt modelId="{3741BEA7-3EA0-42C5-9A37-1D99696A1A13}" type="parTrans" cxnId="{6C71EA2D-9D21-4A8A-9B8A-FF548A817DE3}">
      <dgm:prSet/>
      <dgm:spPr/>
      <dgm:t>
        <a:bodyPr/>
        <a:lstStyle/>
        <a:p>
          <a:endParaRPr lang="en-UG"/>
        </a:p>
      </dgm:t>
    </dgm:pt>
    <dgm:pt modelId="{B8BFCBC5-2AC7-4A9D-9AE7-A0E7150DB264}" type="sibTrans" cxnId="{6C71EA2D-9D21-4A8A-9B8A-FF548A817DE3}">
      <dgm:prSet/>
      <dgm:spPr/>
      <dgm:t>
        <a:bodyPr/>
        <a:lstStyle/>
        <a:p>
          <a:endParaRPr lang="en-UG"/>
        </a:p>
      </dgm:t>
    </dgm:pt>
    <dgm:pt modelId="{EF79C1A2-DE76-42CB-B260-325641188F85}">
      <dgm:prSet phldrT="[Text]" custT="1"/>
      <dgm:spPr/>
      <dgm:t>
        <a:bodyPr/>
        <a:lstStyle/>
        <a:p>
          <a:pPr>
            <a:buNone/>
          </a:pPr>
          <a:r>
            <a:rPr lang="en-US" sz="1100" b="1" dirty="0">
              <a:latin typeface="Times New Roman" panose="02020603050405020304" pitchFamily="18" charset="0"/>
              <a:cs typeface="Times New Roman" panose="02020603050405020304" pitchFamily="18" charset="0"/>
            </a:rPr>
            <a:t>Design Phase:</a:t>
          </a:r>
          <a:endParaRPr lang="en-UG" sz="1100" dirty="0">
            <a:latin typeface="Times New Roman" panose="02020603050405020304" pitchFamily="18" charset="0"/>
            <a:cs typeface="Times New Roman" panose="02020603050405020304" pitchFamily="18" charset="0"/>
          </a:endParaRPr>
        </a:p>
      </dgm:t>
    </dgm:pt>
    <dgm:pt modelId="{2FA8E84D-0418-4251-A05B-AA114910B087}" type="parTrans" cxnId="{830B3645-6DF7-469C-B537-17BA1125A356}">
      <dgm:prSet/>
      <dgm:spPr/>
      <dgm:t>
        <a:bodyPr/>
        <a:lstStyle/>
        <a:p>
          <a:endParaRPr lang="en-UG"/>
        </a:p>
      </dgm:t>
    </dgm:pt>
    <dgm:pt modelId="{74042997-5A63-4A95-A4ED-C540ADCCC093}" type="sibTrans" cxnId="{830B3645-6DF7-469C-B537-17BA1125A356}">
      <dgm:prSet/>
      <dgm:spPr/>
      <dgm:t>
        <a:bodyPr/>
        <a:lstStyle/>
        <a:p>
          <a:endParaRPr lang="en-UG"/>
        </a:p>
      </dgm:t>
    </dgm:pt>
    <dgm:pt modelId="{0268C5DE-C5ED-4923-98AE-8B1CFF133325}">
      <dgm:prSet custT="1"/>
      <dgm:spPr/>
      <dgm:t>
        <a:bodyPr/>
        <a:lstStyle/>
        <a:p>
          <a:pPr>
            <a:buNone/>
          </a:pPr>
          <a:r>
            <a:rPr lang="en-US" sz="1100" dirty="0">
              <a:latin typeface="Times New Roman" panose="02020603050405020304" pitchFamily="18" charset="0"/>
              <a:cs typeface="Times New Roman" panose="02020603050405020304" pitchFamily="18" charset="0"/>
            </a:rPr>
            <a:t>Conduct literature review, define project scope and constraints</a:t>
          </a:r>
        </a:p>
      </dgm:t>
    </dgm:pt>
    <dgm:pt modelId="{8ACA8E5C-5371-4BF1-B163-ADF99C0949E9}" type="parTrans" cxnId="{2343ED3B-B143-4482-BC09-0B20DB99AB69}">
      <dgm:prSet/>
      <dgm:spPr/>
      <dgm:t>
        <a:bodyPr/>
        <a:lstStyle/>
        <a:p>
          <a:endParaRPr lang="en-UG"/>
        </a:p>
      </dgm:t>
    </dgm:pt>
    <dgm:pt modelId="{7C93F750-83DB-4F24-9787-3F7BA632ED27}" type="sibTrans" cxnId="{2343ED3B-B143-4482-BC09-0B20DB99AB69}">
      <dgm:prSet/>
      <dgm:spPr/>
      <dgm:t>
        <a:bodyPr/>
        <a:lstStyle/>
        <a:p>
          <a:endParaRPr lang="en-UG"/>
        </a:p>
      </dgm:t>
    </dgm:pt>
    <dgm:pt modelId="{AB763ABE-1764-4085-B1E1-685D515A707F}">
      <dgm:prSet custT="1"/>
      <dgm:spPr/>
      <dgm:t>
        <a:bodyPr/>
        <a:lstStyle/>
        <a:p>
          <a:r>
            <a:rPr lang="en-US" sz="1100" b="1" dirty="0">
              <a:latin typeface="Times New Roman" panose="02020603050405020304" pitchFamily="18" charset="0"/>
              <a:cs typeface="Times New Roman" panose="02020603050405020304" pitchFamily="18" charset="0"/>
            </a:rPr>
            <a:t>Deployment and reviews</a:t>
          </a:r>
          <a:endParaRPr lang="en-UG" sz="1100" dirty="0">
            <a:latin typeface="Times New Roman" panose="02020603050405020304" pitchFamily="18" charset="0"/>
            <a:cs typeface="Times New Roman" panose="02020603050405020304" pitchFamily="18" charset="0"/>
          </a:endParaRPr>
        </a:p>
      </dgm:t>
    </dgm:pt>
    <dgm:pt modelId="{552717C8-8971-46DA-AFA6-1FE1AA7F4B8B}" type="parTrans" cxnId="{D3F5CA4A-9C07-4280-AE50-EED7A1C2D104}">
      <dgm:prSet/>
      <dgm:spPr/>
      <dgm:t>
        <a:bodyPr/>
        <a:lstStyle/>
        <a:p>
          <a:endParaRPr lang="en-UG"/>
        </a:p>
      </dgm:t>
    </dgm:pt>
    <dgm:pt modelId="{FDD48D18-437E-413A-AD2E-732C28452ECE}" type="sibTrans" cxnId="{D3F5CA4A-9C07-4280-AE50-EED7A1C2D104}">
      <dgm:prSet/>
      <dgm:spPr/>
      <dgm:t>
        <a:bodyPr/>
        <a:lstStyle/>
        <a:p>
          <a:endParaRPr lang="en-UG"/>
        </a:p>
      </dgm:t>
    </dgm:pt>
    <dgm:pt modelId="{F7981224-DA1C-460F-9C9F-62AF6C375874}">
      <dgm:prSet custT="1"/>
      <dgm:spPr/>
      <dgm:t>
        <a:bodyPr/>
        <a:lstStyle/>
        <a:p>
          <a:pPr algn="ctr"/>
          <a:r>
            <a:rPr lang="en-UG" sz="900"/>
            <a:t>Implement final prototype, gather user feedback, and review performance for future improvements.</a:t>
          </a:r>
          <a:endParaRPr lang="en-UG" sz="900" dirty="0">
            <a:latin typeface="Times New Roman" panose="02020603050405020304" pitchFamily="18" charset="0"/>
            <a:cs typeface="Times New Roman" panose="02020603050405020304" pitchFamily="18" charset="0"/>
          </a:endParaRPr>
        </a:p>
      </dgm:t>
    </dgm:pt>
    <dgm:pt modelId="{BDD94A97-14AB-4A31-9CE0-9161801E20EA}" type="parTrans" cxnId="{83DED616-0E97-496C-8CF0-9517B1556484}">
      <dgm:prSet/>
      <dgm:spPr/>
      <dgm:t>
        <a:bodyPr/>
        <a:lstStyle/>
        <a:p>
          <a:endParaRPr lang="en-UG"/>
        </a:p>
      </dgm:t>
    </dgm:pt>
    <dgm:pt modelId="{D7BD8D6C-F5B7-4C58-9859-0B6ABD782BEB}" type="sibTrans" cxnId="{83DED616-0E97-496C-8CF0-9517B1556484}">
      <dgm:prSet/>
      <dgm:spPr/>
      <dgm:t>
        <a:bodyPr/>
        <a:lstStyle/>
        <a:p>
          <a:endParaRPr lang="en-UG"/>
        </a:p>
      </dgm:t>
    </dgm:pt>
    <dgm:pt modelId="{138C2311-F523-480D-85E1-08FBAFC9579E}">
      <dgm:prSet/>
      <dgm:spPr/>
      <dgm:t>
        <a:bodyPr/>
        <a:lstStyle/>
        <a:p>
          <a:pPr>
            <a:buNone/>
          </a:pPr>
          <a:endParaRPr lang="en-UG"/>
        </a:p>
      </dgm:t>
    </dgm:pt>
    <dgm:pt modelId="{AF7C3A02-CB9E-476C-9F96-47C426C03883}" type="parTrans" cxnId="{9C1AE47B-7B93-4C55-92A9-560A2CF3A548}">
      <dgm:prSet/>
      <dgm:spPr/>
      <dgm:t>
        <a:bodyPr/>
        <a:lstStyle/>
        <a:p>
          <a:endParaRPr lang="en-UG"/>
        </a:p>
      </dgm:t>
    </dgm:pt>
    <dgm:pt modelId="{0F816604-871C-43FD-83FB-AEDD7935BD18}" type="sibTrans" cxnId="{9C1AE47B-7B93-4C55-92A9-560A2CF3A548}">
      <dgm:prSet/>
      <dgm:spPr/>
      <dgm:t>
        <a:bodyPr/>
        <a:lstStyle/>
        <a:p>
          <a:endParaRPr lang="en-UG"/>
        </a:p>
      </dgm:t>
    </dgm:pt>
    <dgm:pt modelId="{E02ACDC7-192A-4CA6-9B40-2E47C4DD16C3}" type="pres">
      <dgm:prSet presAssocID="{330F394B-BD15-4BA6-B40B-4A7F59847C4A}" presName="Name0" presStyleCnt="0">
        <dgm:presLayoutVars>
          <dgm:dir/>
          <dgm:animLvl val="lvl"/>
          <dgm:resizeHandles val="exact"/>
        </dgm:presLayoutVars>
      </dgm:prSet>
      <dgm:spPr/>
    </dgm:pt>
    <dgm:pt modelId="{30551F4D-A9F0-4F38-BB06-834A11312DB9}" type="pres">
      <dgm:prSet presAssocID="{330F394B-BD15-4BA6-B40B-4A7F59847C4A}" presName="tSp" presStyleCnt="0"/>
      <dgm:spPr/>
    </dgm:pt>
    <dgm:pt modelId="{4C07DF11-1876-471D-BFFB-65215A1CB20E}" type="pres">
      <dgm:prSet presAssocID="{330F394B-BD15-4BA6-B40B-4A7F59847C4A}" presName="bSp" presStyleCnt="0"/>
      <dgm:spPr/>
    </dgm:pt>
    <dgm:pt modelId="{724DBE65-D325-488F-AB86-BDA5950D35A7}" type="pres">
      <dgm:prSet presAssocID="{330F394B-BD15-4BA6-B40B-4A7F59847C4A}" presName="process" presStyleCnt="0"/>
      <dgm:spPr/>
    </dgm:pt>
    <dgm:pt modelId="{405DF3F2-E185-4C14-B96B-02492E3A557A}" type="pres">
      <dgm:prSet presAssocID="{00B987F9-6C49-4B68-92FF-3C4C73527C45}" presName="composite1" presStyleCnt="0"/>
      <dgm:spPr/>
    </dgm:pt>
    <dgm:pt modelId="{2B38D5C7-666A-4AEA-977C-741B566D18EF}" type="pres">
      <dgm:prSet presAssocID="{00B987F9-6C49-4B68-92FF-3C4C73527C45}" presName="dummyNode1" presStyleLbl="node1" presStyleIdx="0" presStyleCnt="7"/>
      <dgm:spPr/>
    </dgm:pt>
    <dgm:pt modelId="{450CD1BC-E572-4503-8D05-C6F13F4FB396}" type="pres">
      <dgm:prSet presAssocID="{00B987F9-6C49-4B68-92FF-3C4C73527C45}" presName="childNode1" presStyleLbl="bgAcc1" presStyleIdx="0" presStyleCnt="7">
        <dgm:presLayoutVars>
          <dgm:bulletEnabled val="1"/>
        </dgm:presLayoutVars>
      </dgm:prSet>
      <dgm:spPr/>
    </dgm:pt>
    <dgm:pt modelId="{46E846EA-EF3D-4D92-9CD9-3012F70DFA85}" type="pres">
      <dgm:prSet presAssocID="{00B987F9-6C49-4B68-92FF-3C4C73527C45}" presName="childNode1tx" presStyleLbl="bgAcc1" presStyleIdx="0" presStyleCnt="7">
        <dgm:presLayoutVars>
          <dgm:bulletEnabled val="1"/>
        </dgm:presLayoutVars>
      </dgm:prSet>
      <dgm:spPr/>
    </dgm:pt>
    <dgm:pt modelId="{0ED17427-516C-48D3-9505-4E3179F97486}" type="pres">
      <dgm:prSet presAssocID="{00B987F9-6C49-4B68-92FF-3C4C73527C45}" presName="parentNode1" presStyleLbl="node1" presStyleIdx="0" presStyleCnt="7">
        <dgm:presLayoutVars>
          <dgm:chMax val="1"/>
          <dgm:bulletEnabled val="1"/>
        </dgm:presLayoutVars>
      </dgm:prSet>
      <dgm:spPr/>
    </dgm:pt>
    <dgm:pt modelId="{FF25305D-71A1-40DA-A76D-02006BF15259}" type="pres">
      <dgm:prSet presAssocID="{00B987F9-6C49-4B68-92FF-3C4C73527C45}" presName="connSite1" presStyleCnt="0"/>
      <dgm:spPr/>
    </dgm:pt>
    <dgm:pt modelId="{D149754B-8B32-4C41-9AF3-0D22AF193090}" type="pres">
      <dgm:prSet presAssocID="{0AED8201-BDC2-4063-8A3D-5F5B452439A3}" presName="Name9" presStyleLbl="sibTrans2D1" presStyleIdx="0" presStyleCnt="6"/>
      <dgm:spPr/>
    </dgm:pt>
    <dgm:pt modelId="{273E7978-0ABE-4F64-B2DB-1E490588D4C0}" type="pres">
      <dgm:prSet presAssocID="{EF79C1A2-DE76-42CB-B260-325641188F85}" presName="composite2" presStyleCnt="0"/>
      <dgm:spPr/>
    </dgm:pt>
    <dgm:pt modelId="{4CB3D1D8-7FF1-44E6-87C8-3C26A99D521B}" type="pres">
      <dgm:prSet presAssocID="{EF79C1A2-DE76-42CB-B260-325641188F85}" presName="dummyNode2" presStyleLbl="node1" presStyleIdx="0" presStyleCnt="7"/>
      <dgm:spPr/>
    </dgm:pt>
    <dgm:pt modelId="{A1EAC621-4D1C-4567-8F5F-4008ED8688F7}" type="pres">
      <dgm:prSet presAssocID="{EF79C1A2-DE76-42CB-B260-325641188F85}" presName="childNode2" presStyleLbl="bgAcc1" presStyleIdx="1" presStyleCnt="7">
        <dgm:presLayoutVars>
          <dgm:bulletEnabled val="1"/>
        </dgm:presLayoutVars>
      </dgm:prSet>
      <dgm:spPr/>
    </dgm:pt>
    <dgm:pt modelId="{BF2A562E-2FF4-402B-AFF7-295E7349B767}" type="pres">
      <dgm:prSet presAssocID="{EF79C1A2-DE76-42CB-B260-325641188F85}" presName="childNode2tx" presStyleLbl="bgAcc1" presStyleIdx="1" presStyleCnt="7">
        <dgm:presLayoutVars>
          <dgm:bulletEnabled val="1"/>
        </dgm:presLayoutVars>
      </dgm:prSet>
      <dgm:spPr/>
    </dgm:pt>
    <dgm:pt modelId="{9D63C563-AA1E-4DD9-BA9B-F0D9BC23FB58}" type="pres">
      <dgm:prSet presAssocID="{EF79C1A2-DE76-42CB-B260-325641188F85}" presName="parentNode2" presStyleLbl="node1" presStyleIdx="1" presStyleCnt="7">
        <dgm:presLayoutVars>
          <dgm:chMax val="0"/>
          <dgm:bulletEnabled val="1"/>
        </dgm:presLayoutVars>
      </dgm:prSet>
      <dgm:spPr/>
    </dgm:pt>
    <dgm:pt modelId="{CAC9D118-771C-4946-A188-6BB2317E8429}" type="pres">
      <dgm:prSet presAssocID="{EF79C1A2-DE76-42CB-B260-325641188F85}" presName="connSite2" presStyleCnt="0"/>
      <dgm:spPr/>
    </dgm:pt>
    <dgm:pt modelId="{FB8B0E0E-167A-4478-B4DE-77F234614709}" type="pres">
      <dgm:prSet presAssocID="{74042997-5A63-4A95-A4ED-C540ADCCC093}" presName="Name18" presStyleLbl="sibTrans2D1" presStyleIdx="1" presStyleCnt="6"/>
      <dgm:spPr/>
    </dgm:pt>
    <dgm:pt modelId="{168F3F8C-691C-4F94-B1C8-3B0A5835DD77}" type="pres">
      <dgm:prSet presAssocID="{2292EC25-03F4-4E43-AF1C-438F5789E62A}" presName="composite1" presStyleCnt="0"/>
      <dgm:spPr/>
    </dgm:pt>
    <dgm:pt modelId="{370D177B-A69E-4645-9694-52A16F09CB3D}" type="pres">
      <dgm:prSet presAssocID="{2292EC25-03F4-4E43-AF1C-438F5789E62A}" presName="dummyNode1" presStyleLbl="node1" presStyleIdx="1" presStyleCnt="7"/>
      <dgm:spPr/>
    </dgm:pt>
    <dgm:pt modelId="{6E302ED1-C9DB-4849-858C-912E619F0158}" type="pres">
      <dgm:prSet presAssocID="{2292EC25-03F4-4E43-AF1C-438F5789E62A}" presName="childNode1" presStyleLbl="bgAcc1" presStyleIdx="2" presStyleCnt="7">
        <dgm:presLayoutVars>
          <dgm:bulletEnabled val="1"/>
        </dgm:presLayoutVars>
      </dgm:prSet>
      <dgm:spPr/>
    </dgm:pt>
    <dgm:pt modelId="{3EDE4BC7-F968-4DC2-8B4A-31FC5FE7CE96}" type="pres">
      <dgm:prSet presAssocID="{2292EC25-03F4-4E43-AF1C-438F5789E62A}" presName="childNode1tx" presStyleLbl="bgAcc1" presStyleIdx="2" presStyleCnt="7">
        <dgm:presLayoutVars>
          <dgm:bulletEnabled val="1"/>
        </dgm:presLayoutVars>
      </dgm:prSet>
      <dgm:spPr/>
    </dgm:pt>
    <dgm:pt modelId="{A36209C7-3514-45B6-9D5D-1474202F9D59}" type="pres">
      <dgm:prSet presAssocID="{2292EC25-03F4-4E43-AF1C-438F5789E62A}" presName="parentNode1" presStyleLbl="node1" presStyleIdx="2" presStyleCnt="7">
        <dgm:presLayoutVars>
          <dgm:chMax val="1"/>
          <dgm:bulletEnabled val="1"/>
        </dgm:presLayoutVars>
      </dgm:prSet>
      <dgm:spPr/>
    </dgm:pt>
    <dgm:pt modelId="{20954C2E-5AFA-42AE-A0AF-6B345474E150}" type="pres">
      <dgm:prSet presAssocID="{2292EC25-03F4-4E43-AF1C-438F5789E62A}" presName="connSite1" presStyleCnt="0"/>
      <dgm:spPr/>
    </dgm:pt>
    <dgm:pt modelId="{3285D3BD-D01B-44A5-8A97-6B5D824832DC}" type="pres">
      <dgm:prSet presAssocID="{E48EB652-4554-4F82-BF74-15E26955D0F0}" presName="Name9" presStyleLbl="sibTrans2D1" presStyleIdx="2" presStyleCnt="6"/>
      <dgm:spPr/>
    </dgm:pt>
    <dgm:pt modelId="{7D7B58E9-8CC3-4D00-B3F1-4B57FEA2EB59}" type="pres">
      <dgm:prSet presAssocID="{6B2CD409-77AD-44FC-987D-0D54480C4D4A}" presName="composite2" presStyleCnt="0"/>
      <dgm:spPr/>
    </dgm:pt>
    <dgm:pt modelId="{07683A28-6741-4ABF-82CA-4CD732D05953}" type="pres">
      <dgm:prSet presAssocID="{6B2CD409-77AD-44FC-987D-0D54480C4D4A}" presName="dummyNode2" presStyleLbl="node1" presStyleIdx="2" presStyleCnt="7"/>
      <dgm:spPr/>
    </dgm:pt>
    <dgm:pt modelId="{873FC851-7C87-4B13-B839-0C5B582E0AEC}" type="pres">
      <dgm:prSet presAssocID="{6B2CD409-77AD-44FC-987D-0D54480C4D4A}" presName="childNode2" presStyleLbl="bgAcc1" presStyleIdx="3" presStyleCnt="7">
        <dgm:presLayoutVars>
          <dgm:bulletEnabled val="1"/>
        </dgm:presLayoutVars>
      </dgm:prSet>
      <dgm:spPr/>
    </dgm:pt>
    <dgm:pt modelId="{AFB2AEF1-EABA-413B-9241-B4D45D51AC17}" type="pres">
      <dgm:prSet presAssocID="{6B2CD409-77AD-44FC-987D-0D54480C4D4A}" presName="childNode2tx" presStyleLbl="bgAcc1" presStyleIdx="3" presStyleCnt="7">
        <dgm:presLayoutVars>
          <dgm:bulletEnabled val="1"/>
        </dgm:presLayoutVars>
      </dgm:prSet>
      <dgm:spPr/>
    </dgm:pt>
    <dgm:pt modelId="{9DEAEE3E-F393-4424-8C99-25C587F1F81B}" type="pres">
      <dgm:prSet presAssocID="{6B2CD409-77AD-44FC-987D-0D54480C4D4A}" presName="parentNode2" presStyleLbl="node1" presStyleIdx="3" presStyleCnt="7">
        <dgm:presLayoutVars>
          <dgm:chMax val="0"/>
          <dgm:bulletEnabled val="1"/>
        </dgm:presLayoutVars>
      </dgm:prSet>
      <dgm:spPr/>
    </dgm:pt>
    <dgm:pt modelId="{F945DCF6-39DF-4DCA-9002-2957C292F10A}" type="pres">
      <dgm:prSet presAssocID="{6B2CD409-77AD-44FC-987D-0D54480C4D4A}" presName="connSite2" presStyleCnt="0"/>
      <dgm:spPr/>
    </dgm:pt>
    <dgm:pt modelId="{A70A0898-E547-4A09-8F66-E2B3A997E99D}" type="pres">
      <dgm:prSet presAssocID="{AEDF0D5E-F201-497D-81E4-EBA55A761FA2}" presName="Name18" presStyleLbl="sibTrans2D1" presStyleIdx="3" presStyleCnt="6"/>
      <dgm:spPr/>
    </dgm:pt>
    <dgm:pt modelId="{D088B263-C2DF-4ADA-9E31-04DA187EDC8B}" type="pres">
      <dgm:prSet presAssocID="{D4763D44-9454-428C-8703-7C435F5B484F}" presName="composite1" presStyleCnt="0"/>
      <dgm:spPr/>
    </dgm:pt>
    <dgm:pt modelId="{4CCF3193-8D2D-4B84-B43D-D0ED5281F458}" type="pres">
      <dgm:prSet presAssocID="{D4763D44-9454-428C-8703-7C435F5B484F}" presName="dummyNode1" presStyleLbl="node1" presStyleIdx="3" presStyleCnt="7"/>
      <dgm:spPr/>
    </dgm:pt>
    <dgm:pt modelId="{76C34BAD-9F54-465D-9DA7-0832BABE617F}" type="pres">
      <dgm:prSet presAssocID="{D4763D44-9454-428C-8703-7C435F5B484F}" presName="childNode1" presStyleLbl="bgAcc1" presStyleIdx="4" presStyleCnt="7">
        <dgm:presLayoutVars>
          <dgm:bulletEnabled val="1"/>
        </dgm:presLayoutVars>
      </dgm:prSet>
      <dgm:spPr/>
    </dgm:pt>
    <dgm:pt modelId="{E63BC836-5E39-4EE3-BD30-24E09261B2A5}" type="pres">
      <dgm:prSet presAssocID="{D4763D44-9454-428C-8703-7C435F5B484F}" presName="childNode1tx" presStyleLbl="bgAcc1" presStyleIdx="4" presStyleCnt="7">
        <dgm:presLayoutVars>
          <dgm:bulletEnabled val="1"/>
        </dgm:presLayoutVars>
      </dgm:prSet>
      <dgm:spPr/>
    </dgm:pt>
    <dgm:pt modelId="{B59CEDEF-1CBE-4F40-A78B-648BC791805E}" type="pres">
      <dgm:prSet presAssocID="{D4763D44-9454-428C-8703-7C435F5B484F}" presName="parentNode1" presStyleLbl="node1" presStyleIdx="4" presStyleCnt="7">
        <dgm:presLayoutVars>
          <dgm:chMax val="1"/>
          <dgm:bulletEnabled val="1"/>
        </dgm:presLayoutVars>
      </dgm:prSet>
      <dgm:spPr/>
    </dgm:pt>
    <dgm:pt modelId="{2EC615FA-00EE-4565-BBA3-5DDBD9145E53}" type="pres">
      <dgm:prSet presAssocID="{D4763D44-9454-428C-8703-7C435F5B484F}" presName="connSite1" presStyleCnt="0"/>
      <dgm:spPr/>
    </dgm:pt>
    <dgm:pt modelId="{33AD0ABA-0BDE-40A3-8E6D-27EA697686FC}" type="pres">
      <dgm:prSet presAssocID="{C7470F09-7CFF-4D4B-9429-0991B81E63EC}" presName="Name9" presStyleLbl="sibTrans2D1" presStyleIdx="4" presStyleCnt="6"/>
      <dgm:spPr/>
    </dgm:pt>
    <dgm:pt modelId="{87BA7787-6CD7-4DDA-BFB0-7B9027D8ACC4}" type="pres">
      <dgm:prSet presAssocID="{7143F149-1303-47D7-9196-5D98053CD2CB}" presName="composite2" presStyleCnt="0"/>
      <dgm:spPr/>
    </dgm:pt>
    <dgm:pt modelId="{30F58AB3-34A4-43A5-8DE5-EF5213A59F71}" type="pres">
      <dgm:prSet presAssocID="{7143F149-1303-47D7-9196-5D98053CD2CB}" presName="dummyNode2" presStyleLbl="node1" presStyleIdx="4" presStyleCnt="7"/>
      <dgm:spPr/>
    </dgm:pt>
    <dgm:pt modelId="{2309D964-C658-4226-8A99-1C1263B1DFE7}" type="pres">
      <dgm:prSet presAssocID="{7143F149-1303-47D7-9196-5D98053CD2CB}" presName="childNode2" presStyleLbl="bgAcc1" presStyleIdx="5" presStyleCnt="7">
        <dgm:presLayoutVars>
          <dgm:bulletEnabled val="1"/>
        </dgm:presLayoutVars>
      </dgm:prSet>
      <dgm:spPr/>
    </dgm:pt>
    <dgm:pt modelId="{CABB6997-C960-4801-846A-608B0DC571DC}" type="pres">
      <dgm:prSet presAssocID="{7143F149-1303-47D7-9196-5D98053CD2CB}" presName="childNode2tx" presStyleLbl="bgAcc1" presStyleIdx="5" presStyleCnt="7">
        <dgm:presLayoutVars>
          <dgm:bulletEnabled val="1"/>
        </dgm:presLayoutVars>
      </dgm:prSet>
      <dgm:spPr/>
    </dgm:pt>
    <dgm:pt modelId="{21BBC773-AF5E-4D07-AAAA-0E3E4CDA1D62}" type="pres">
      <dgm:prSet presAssocID="{7143F149-1303-47D7-9196-5D98053CD2CB}" presName="parentNode2" presStyleLbl="node1" presStyleIdx="5" presStyleCnt="7">
        <dgm:presLayoutVars>
          <dgm:chMax val="0"/>
          <dgm:bulletEnabled val="1"/>
        </dgm:presLayoutVars>
      </dgm:prSet>
      <dgm:spPr/>
    </dgm:pt>
    <dgm:pt modelId="{3A780F42-5A96-4B2D-B583-FB0EF42B8FDC}" type="pres">
      <dgm:prSet presAssocID="{7143F149-1303-47D7-9196-5D98053CD2CB}" presName="connSite2" presStyleCnt="0"/>
      <dgm:spPr/>
    </dgm:pt>
    <dgm:pt modelId="{9ED83E4F-F1F9-4638-90D3-BC84F04EA2E9}" type="pres">
      <dgm:prSet presAssocID="{10DA64F5-37BD-4F8F-A9D6-174F35BF144B}" presName="Name18" presStyleLbl="sibTrans2D1" presStyleIdx="5" presStyleCnt="6"/>
      <dgm:spPr/>
    </dgm:pt>
    <dgm:pt modelId="{69516BA3-ECAC-4A92-8687-5908DFB9D58E}" type="pres">
      <dgm:prSet presAssocID="{AB763ABE-1764-4085-B1E1-685D515A707F}" presName="composite1" presStyleCnt="0"/>
      <dgm:spPr/>
    </dgm:pt>
    <dgm:pt modelId="{48B42CC3-27D6-46B2-9423-8F6C5554A97E}" type="pres">
      <dgm:prSet presAssocID="{AB763ABE-1764-4085-B1E1-685D515A707F}" presName="dummyNode1" presStyleLbl="node1" presStyleIdx="5" presStyleCnt="7"/>
      <dgm:spPr/>
    </dgm:pt>
    <dgm:pt modelId="{5E51B294-C65B-4282-A628-629D6E27B44E}" type="pres">
      <dgm:prSet presAssocID="{AB763ABE-1764-4085-B1E1-685D515A707F}" presName="childNode1" presStyleLbl="bgAcc1" presStyleIdx="6" presStyleCnt="7">
        <dgm:presLayoutVars>
          <dgm:bulletEnabled val="1"/>
        </dgm:presLayoutVars>
      </dgm:prSet>
      <dgm:spPr/>
    </dgm:pt>
    <dgm:pt modelId="{08F1FCCF-396E-4E09-83C9-3F00CC6C46D7}" type="pres">
      <dgm:prSet presAssocID="{AB763ABE-1764-4085-B1E1-685D515A707F}" presName="childNode1tx" presStyleLbl="bgAcc1" presStyleIdx="6" presStyleCnt="7">
        <dgm:presLayoutVars>
          <dgm:bulletEnabled val="1"/>
        </dgm:presLayoutVars>
      </dgm:prSet>
      <dgm:spPr/>
    </dgm:pt>
    <dgm:pt modelId="{24F4D7F1-129B-4407-9900-5D6579BB1674}" type="pres">
      <dgm:prSet presAssocID="{AB763ABE-1764-4085-B1E1-685D515A707F}" presName="parentNode1" presStyleLbl="node1" presStyleIdx="6" presStyleCnt="7">
        <dgm:presLayoutVars>
          <dgm:chMax val="1"/>
          <dgm:bulletEnabled val="1"/>
        </dgm:presLayoutVars>
      </dgm:prSet>
      <dgm:spPr/>
    </dgm:pt>
    <dgm:pt modelId="{31262B2E-E17F-47A1-B7BD-E0339B073B53}" type="pres">
      <dgm:prSet presAssocID="{AB763ABE-1764-4085-B1E1-685D515A707F}" presName="connSite1" presStyleCnt="0"/>
      <dgm:spPr/>
    </dgm:pt>
  </dgm:ptLst>
  <dgm:cxnLst>
    <dgm:cxn modelId="{A287540D-EBBB-4EE3-A162-78FB3383DD86}" type="presOf" srcId="{F7981224-DA1C-460F-9C9F-62AF6C375874}" destId="{08F1FCCF-396E-4E09-83C9-3F00CC6C46D7}" srcOrd="1" destOrd="0" presId="urn:microsoft.com/office/officeart/2005/8/layout/hProcess4"/>
    <dgm:cxn modelId="{83DED616-0E97-496C-8CF0-9517B1556484}" srcId="{AB763ABE-1764-4085-B1E1-685D515A707F}" destId="{F7981224-DA1C-460F-9C9F-62AF6C375874}" srcOrd="0" destOrd="0" parTransId="{BDD94A97-14AB-4A31-9CE0-9161801E20EA}" sibTransId="{D7BD8D6C-F5B7-4C58-9859-0B6ABD782BEB}"/>
    <dgm:cxn modelId="{E44F5718-1B86-43BE-99BB-97E60D9DAE58}" type="presOf" srcId="{FCA53FE4-D847-4E87-99AD-B4116536E821}" destId="{76C34BAD-9F54-465D-9DA7-0832BABE617F}" srcOrd="0" destOrd="0" presId="urn:microsoft.com/office/officeart/2005/8/layout/hProcess4"/>
    <dgm:cxn modelId="{7ED8781F-F8D3-4D83-837C-EB73C7969721}" type="presOf" srcId="{7143F149-1303-47D7-9196-5D98053CD2CB}" destId="{21BBC773-AF5E-4D07-AAAA-0E3E4CDA1D62}" srcOrd="0" destOrd="0" presId="urn:microsoft.com/office/officeart/2005/8/layout/hProcess4"/>
    <dgm:cxn modelId="{6C71EA2D-9D21-4A8A-9B8A-FF548A817DE3}" srcId="{7143F149-1303-47D7-9196-5D98053CD2CB}" destId="{1EB790B4-374F-4295-8B77-4EC7E502A013}" srcOrd="0" destOrd="0" parTransId="{3741BEA7-3EA0-42C5-9A37-1D99696A1A13}" sibTransId="{B8BFCBC5-2AC7-4A9D-9AE7-A0E7150DB264}"/>
    <dgm:cxn modelId="{D729502F-CB6B-4ED4-9B74-EC2A65C9CF76}" type="presOf" srcId="{2292EC25-03F4-4E43-AF1C-438F5789E62A}" destId="{A36209C7-3514-45B6-9D5D-1474202F9D59}" srcOrd="0" destOrd="0" presId="urn:microsoft.com/office/officeart/2005/8/layout/hProcess4"/>
    <dgm:cxn modelId="{D606163A-4AE4-4187-8834-D1BB476440E4}" srcId="{330F394B-BD15-4BA6-B40B-4A7F59847C4A}" destId="{2292EC25-03F4-4E43-AF1C-438F5789E62A}" srcOrd="2" destOrd="0" parTransId="{9D7AB49D-7652-4899-9255-1995AE7C4624}" sibTransId="{E48EB652-4554-4F82-BF74-15E26955D0F0}"/>
    <dgm:cxn modelId="{2343ED3B-B143-4482-BC09-0B20DB99AB69}" srcId="{00B987F9-6C49-4B68-92FF-3C4C73527C45}" destId="{0268C5DE-C5ED-4923-98AE-8B1CFF133325}" srcOrd="0" destOrd="0" parTransId="{8ACA8E5C-5371-4BF1-B163-ADF99C0949E9}" sibTransId="{7C93F750-83DB-4F24-9787-3F7BA632ED27}"/>
    <dgm:cxn modelId="{29491142-F0CA-4F41-8D53-2A986FF2972B}" type="presOf" srcId="{0268C5DE-C5ED-4923-98AE-8B1CFF133325}" destId="{450CD1BC-E572-4503-8D05-C6F13F4FB396}" srcOrd="0" destOrd="0" presId="urn:microsoft.com/office/officeart/2005/8/layout/hProcess4"/>
    <dgm:cxn modelId="{A01EC664-ED6F-4302-AD07-D1BC7D902A7B}" type="presOf" srcId="{EF79C1A2-DE76-42CB-B260-325641188F85}" destId="{9D63C563-AA1E-4DD9-BA9B-F0D9BC23FB58}" srcOrd="0" destOrd="0" presId="urn:microsoft.com/office/officeart/2005/8/layout/hProcess4"/>
    <dgm:cxn modelId="{830B3645-6DF7-469C-B537-17BA1125A356}" srcId="{330F394B-BD15-4BA6-B40B-4A7F59847C4A}" destId="{EF79C1A2-DE76-42CB-B260-325641188F85}" srcOrd="1" destOrd="0" parTransId="{2FA8E84D-0418-4251-A05B-AA114910B087}" sibTransId="{74042997-5A63-4A95-A4ED-C540ADCCC093}"/>
    <dgm:cxn modelId="{D3F5CA4A-9C07-4280-AE50-EED7A1C2D104}" srcId="{330F394B-BD15-4BA6-B40B-4A7F59847C4A}" destId="{AB763ABE-1764-4085-B1E1-685D515A707F}" srcOrd="6" destOrd="0" parTransId="{552717C8-8971-46DA-AFA6-1FE1AA7F4B8B}" sibTransId="{FDD48D18-437E-413A-AD2E-732C28452ECE}"/>
    <dgm:cxn modelId="{8A41A870-55E2-4E71-B5E1-914499E3D234}" srcId="{EF79C1A2-DE76-42CB-B260-325641188F85}" destId="{52B5F1BE-CF13-4DA4-B54D-F8612A80C7EA}" srcOrd="0" destOrd="0" parTransId="{04CEC13C-DCF8-4D92-9CCB-BCA13CDB2E29}" sibTransId="{5298C6C4-A513-4FA4-A76A-46D3DECB3B80}"/>
    <dgm:cxn modelId="{6EC7C675-0EEC-4FC3-A9C8-8CFC90B23DA5}" srcId="{330F394B-BD15-4BA6-B40B-4A7F59847C4A}" destId="{00B987F9-6C49-4B68-92FF-3C4C73527C45}" srcOrd="0" destOrd="0" parTransId="{FFDCB3A8-CCE8-449C-9B70-ADCE3A171D2B}" sibTransId="{0AED8201-BDC2-4063-8A3D-5F5B452439A3}"/>
    <dgm:cxn modelId="{EA5D807A-44EA-4201-B291-5CCB13581576}" type="presOf" srcId="{E48EB652-4554-4F82-BF74-15E26955D0F0}" destId="{3285D3BD-D01B-44A5-8A97-6B5D824832DC}" srcOrd="0" destOrd="0" presId="urn:microsoft.com/office/officeart/2005/8/layout/hProcess4"/>
    <dgm:cxn modelId="{9B6EA45A-4F89-4A8E-AB54-6E1652EA1B82}" type="presOf" srcId="{52B5F1BE-CF13-4DA4-B54D-F8612A80C7EA}" destId="{BF2A562E-2FF4-402B-AFF7-295E7349B767}" srcOrd="1" destOrd="0" presId="urn:microsoft.com/office/officeart/2005/8/layout/hProcess4"/>
    <dgm:cxn modelId="{EF5B507B-C20F-44BC-9DD1-01C9F4D1DCFE}" type="presOf" srcId="{84CB691E-1DB0-4DBF-BAF9-88D67E4D298C}" destId="{AFB2AEF1-EABA-413B-9241-B4D45D51AC17}" srcOrd="1" destOrd="0" presId="urn:microsoft.com/office/officeart/2005/8/layout/hProcess4"/>
    <dgm:cxn modelId="{9C1AE47B-7B93-4C55-92A9-560A2CF3A548}" srcId="{AB763ABE-1764-4085-B1E1-685D515A707F}" destId="{138C2311-F523-480D-85E1-08FBAFC9579E}" srcOrd="1" destOrd="0" parTransId="{AF7C3A02-CB9E-476C-9F96-47C426C03883}" sibTransId="{0F816604-871C-43FD-83FB-AEDD7935BD18}"/>
    <dgm:cxn modelId="{1F5BA67D-517F-45C8-8890-F9BBC88EF3EE}" type="presOf" srcId="{6B2CD409-77AD-44FC-987D-0D54480C4D4A}" destId="{9DEAEE3E-F393-4424-8C99-25C587F1F81B}" srcOrd="0" destOrd="0" presId="urn:microsoft.com/office/officeart/2005/8/layout/hProcess4"/>
    <dgm:cxn modelId="{9C8CDB81-B9AB-4B69-922E-8DAE26E863D6}" srcId="{330F394B-BD15-4BA6-B40B-4A7F59847C4A}" destId="{6B2CD409-77AD-44FC-987D-0D54480C4D4A}" srcOrd="3" destOrd="0" parTransId="{13BF877F-F516-4FE2-AA80-76CD349686E7}" sibTransId="{AEDF0D5E-F201-497D-81E4-EBA55A761FA2}"/>
    <dgm:cxn modelId="{2A7CFD89-6214-462D-A268-37F47431733F}" type="presOf" srcId="{0AED8201-BDC2-4063-8A3D-5F5B452439A3}" destId="{D149754B-8B32-4C41-9AF3-0D22AF193090}" srcOrd="0" destOrd="0" presId="urn:microsoft.com/office/officeart/2005/8/layout/hProcess4"/>
    <dgm:cxn modelId="{EAD2F88A-15B3-4F6A-B145-324327C8573E}" type="presOf" srcId="{84CB691E-1DB0-4DBF-BAF9-88D67E4D298C}" destId="{873FC851-7C87-4B13-B839-0C5B582E0AEC}" srcOrd="0" destOrd="0" presId="urn:microsoft.com/office/officeart/2005/8/layout/hProcess4"/>
    <dgm:cxn modelId="{C0223A96-45F8-40D6-8B5D-22C230648DE3}" type="presOf" srcId="{F7981224-DA1C-460F-9C9F-62AF6C375874}" destId="{5E51B294-C65B-4282-A628-629D6E27B44E}" srcOrd="0" destOrd="0" presId="urn:microsoft.com/office/officeart/2005/8/layout/hProcess4"/>
    <dgm:cxn modelId="{EB2D79A5-AF15-408B-9605-5CAB2D22CC26}" type="presOf" srcId="{1EB790B4-374F-4295-8B77-4EC7E502A013}" destId="{2309D964-C658-4226-8A99-1C1263B1DFE7}" srcOrd="0" destOrd="0" presId="urn:microsoft.com/office/officeart/2005/8/layout/hProcess4"/>
    <dgm:cxn modelId="{2BC016A8-59B5-4823-93F2-E05CED211442}" type="presOf" srcId="{330F394B-BD15-4BA6-B40B-4A7F59847C4A}" destId="{E02ACDC7-192A-4CA6-9B40-2E47C4DD16C3}" srcOrd="0" destOrd="0" presId="urn:microsoft.com/office/officeart/2005/8/layout/hProcess4"/>
    <dgm:cxn modelId="{720D4EA8-4A14-4CF8-888D-C41AED1D150B}" type="presOf" srcId="{D4763D44-9454-428C-8703-7C435F5B484F}" destId="{B59CEDEF-1CBE-4F40-A78B-648BC791805E}" srcOrd="0" destOrd="0" presId="urn:microsoft.com/office/officeart/2005/8/layout/hProcess4"/>
    <dgm:cxn modelId="{802310A9-E59A-4802-A089-480888864F89}" srcId="{D4763D44-9454-428C-8703-7C435F5B484F}" destId="{FCA53FE4-D847-4E87-99AD-B4116536E821}" srcOrd="0" destOrd="0" parTransId="{12143574-4235-40ED-84E9-56E758C1DC1B}" sibTransId="{E2D63454-A041-4669-B33D-FEFF30A0BDC8}"/>
    <dgm:cxn modelId="{A708B8AA-999F-4D41-A760-02F0EBE499EB}" type="presOf" srcId="{C7470F09-7CFF-4D4B-9429-0991B81E63EC}" destId="{33AD0ABA-0BDE-40A3-8E6D-27EA697686FC}" srcOrd="0" destOrd="0" presId="urn:microsoft.com/office/officeart/2005/8/layout/hProcess4"/>
    <dgm:cxn modelId="{136F02B1-F237-4265-85C0-5FA6A795C7F9}" type="presOf" srcId="{52B5F1BE-CF13-4DA4-B54D-F8612A80C7EA}" destId="{A1EAC621-4D1C-4567-8F5F-4008ED8688F7}" srcOrd="0" destOrd="0" presId="urn:microsoft.com/office/officeart/2005/8/layout/hProcess4"/>
    <dgm:cxn modelId="{79173CB2-FB5E-4AB2-9C4D-1388C6CCE9E7}" type="presOf" srcId="{6733D092-FE06-4553-B4C7-71B814572B3B}" destId="{3EDE4BC7-F968-4DC2-8B4A-31FC5FE7CE96}" srcOrd="1" destOrd="0" presId="urn:microsoft.com/office/officeart/2005/8/layout/hProcess4"/>
    <dgm:cxn modelId="{812D11B5-5150-42CF-A37E-8572929BC7F7}" type="presOf" srcId="{AB763ABE-1764-4085-B1E1-685D515A707F}" destId="{24F4D7F1-129B-4407-9900-5D6579BB1674}" srcOrd="0" destOrd="0" presId="urn:microsoft.com/office/officeart/2005/8/layout/hProcess4"/>
    <dgm:cxn modelId="{D96B3BB7-44E8-4065-BCF9-C5715D99C426}" srcId="{6B2CD409-77AD-44FC-987D-0D54480C4D4A}" destId="{84CB691E-1DB0-4DBF-BAF9-88D67E4D298C}" srcOrd="0" destOrd="0" parTransId="{EE3D6BD3-60E9-405A-A958-FBE2AB7D6428}" sibTransId="{96A91CE6-3D7A-479D-A1BE-4A586199A0F7}"/>
    <dgm:cxn modelId="{94592EBB-CEF6-4CCF-BF09-F69CBD577D25}" type="presOf" srcId="{00B987F9-6C49-4B68-92FF-3C4C73527C45}" destId="{0ED17427-516C-48D3-9505-4E3179F97486}" srcOrd="0" destOrd="0" presId="urn:microsoft.com/office/officeart/2005/8/layout/hProcess4"/>
    <dgm:cxn modelId="{234ED0CD-6294-400D-AF1F-04811B0E7E2A}" type="presOf" srcId="{6733D092-FE06-4553-B4C7-71B814572B3B}" destId="{6E302ED1-C9DB-4849-858C-912E619F0158}" srcOrd="0" destOrd="0" presId="urn:microsoft.com/office/officeart/2005/8/layout/hProcess4"/>
    <dgm:cxn modelId="{C67E02D0-9CD4-468D-B708-BE0268D7AF31}" type="presOf" srcId="{138C2311-F523-480D-85E1-08FBAFC9579E}" destId="{08F1FCCF-396E-4E09-83C9-3F00CC6C46D7}" srcOrd="1" destOrd="1" presId="urn:microsoft.com/office/officeart/2005/8/layout/hProcess4"/>
    <dgm:cxn modelId="{6ABFADD3-32B3-4D4C-ADEE-DF70C9691F5F}" srcId="{330F394B-BD15-4BA6-B40B-4A7F59847C4A}" destId="{D4763D44-9454-428C-8703-7C435F5B484F}" srcOrd="4" destOrd="0" parTransId="{2F8159FE-87A3-4B85-8B97-026CA255CF7B}" sibTransId="{C7470F09-7CFF-4D4B-9429-0991B81E63EC}"/>
    <dgm:cxn modelId="{B3D794D4-779F-448E-86A8-03071F03A439}" srcId="{2292EC25-03F4-4E43-AF1C-438F5789E62A}" destId="{6733D092-FE06-4553-B4C7-71B814572B3B}" srcOrd="0" destOrd="0" parTransId="{14740E59-0425-4E91-9851-D5A1875D7085}" sibTransId="{6F1A46F7-BA01-4A84-98DC-89CBB7B404E8}"/>
    <dgm:cxn modelId="{FE1C61D8-70EA-4AF1-8980-369BBE51E209}" type="presOf" srcId="{74042997-5A63-4A95-A4ED-C540ADCCC093}" destId="{FB8B0E0E-167A-4478-B4DE-77F234614709}" srcOrd="0" destOrd="0" presId="urn:microsoft.com/office/officeart/2005/8/layout/hProcess4"/>
    <dgm:cxn modelId="{67D74BDB-A7AB-4D54-9FF8-9030AE816C8B}" srcId="{330F394B-BD15-4BA6-B40B-4A7F59847C4A}" destId="{7143F149-1303-47D7-9196-5D98053CD2CB}" srcOrd="5" destOrd="0" parTransId="{0CA67E47-A1DE-4B41-A867-7039C7D945C2}" sibTransId="{10DA64F5-37BD-4F8F-A9D6-174F35BF144B}"/>
    <dgm:cxn modelId="{517C9FE1-97D2-4FD8-B8B2-5652A1C4F358}" type="presOf" srcId="{0268C5DE-C5ED-4923-98AE-8B1CFF133325}" destId="{46E846EA-EF3D-4D92-9CD9-3012F70DFA85}" srcOrd="1" destOrd="0" presId="urn:microsoft.com/office/officeart/2005/8/layout/hProcess4"/>
    <dgm:cxn modelId="{C9F544E8-3B3C-49BB-B16B-C5D3A79AB559}" type="presOf" srcId="{AEDF0D5E-F201-497D-81E4-EBA55A761FA2}" destId="{A70A0898-E547-4A09-8F66-E2B3A997E99D}" srcOrd="0" destOrd="0" presId="urn:microsoft.com/office/officeart/2005/8/layout/hProcess4"/>
    <dgm:cxn modelId="{20F234EA-C1BE-42BD-AFD3-ACBFC5D2DBAA}" type="presOf" srcId="{FCA53FE4-D847-4E87-99AD-B4116536E821}" destId="{E63BC836-5E39-4EE3-BD30-24E09261B2A5}" srcOrd="1" destOrd="0" presId="urn:microsoft.com/office/officeart/2005/8/layout/hProcess4"/>
    <dgm:cxn modelId="{992C26ED-CEF3-4623-86EA-DC375F71423E}" type="presOf" srcId="{138C2311-F523-480D-85E1-08FBAFC9579E}" destId="{5E51B294-C65B-4282-A628-629D6E27B44E}" srcOrd="0" destOrd="1" presId="urn:microsoft.com/office/officeart/2005/8/layout/hProcess4"/>
    <dgm:cxn modelId="{ED3B4FF0-4E19-43B3-99BF-08F8CB8B431E}" type="presOf" srcId="{10DA64F5-37BD-4F8F-A9D6-174F35BF144B}" destId="{9ED83E4F-F1F9-4638-90D3-BC84F04EA2E9}" srcOrd="0" destOrd="0" presId="urn:microsoft.com/office/officeart/2005/8/layout/hProcess4"/>
    <dgm:cxn modelId="{97450DF1-64A7-4F28-B87D-9B5D76A6C047}" type="presOf" srcId="{1EB790B4-374F-4295-8B77-4EC7E502A013}" destId="{CABB6997-C960-4801-846A-608B0DC571DC}" srcOrd="1" destOrd="0" presId="urn:microsoft.com/office/officeart/2005/8/layout/hProcess4"/>
    <dgm:cxn modelId="{B8362613-AAA6-458B-A4CC-44E341736CD6}" type="presParOf" srcId="{E02ACDC7-192A-4CA6-9B40-2E47C4DD16C3}" destId="{30551F4D-A9F0-4F38-BB06-834A11312DB9}" srcOrd="0" destOrd="0" presId="urn:microsoft.com/office/officeart/2005/8/layout/hProcess4"/>
    <dgm:cxn modelId="{1307D81E-CFE0-4D56-949A-720264F3A255}" type="presParOf" srcId="{E02ACDC7-192A-4CA6-9B40-2E47C4DD16C3}" destId="{4C07DF11-1876-471D-BFFB-65215A1CB20E}" srcOrd="1" destOrd="0" presId="urn:microsoft.com/office/officeart/2005/8/layout/hProcess4"/>
    <dgm:cxn modelId="{9C1707FC-986C-4021-A039-B66530E589F7}" type="presParOf" srcId="{E02ACDC7-192A-4CA6-9B40-2E47C4DD16C3}" destId="{724DBE65-D325-488F-AB86-BDA5950D35A7}" srcOrd="2" destOrd="0" presId="urn:microsoft.com/office/officeart/2005/8/layout/hProcess4"/>
    <dgm:cxn modelId="{CF7470C0-4CF5-4542-B44F-D0278832AAB1}" type="presParOf" srcId="{724DBE65-D325-488F-AB86-BDA5950D35A7}" destId="{405DF3F2-E185-4C14-B96B-02492E3A557A}" srcOrd="0" destOrd="0" presId="urn:microsoft.com/office/officeart/2005/8/layout/hProcess4"/>
    <dgm:cxn modelId="{29E6CED7-9F6D-4BB6-AE7C-E6B822B7BA1F}" type="presParOf" srcId="{405DF3F2-E185-4C14-B96B-02492E3A557A}" destId="{2B38D5C7-666A-4AEA-977C-741B566D18EF}" srcOrd="0" destOrd="0" presId="urn:microsoft.com/office/officeart/2005/8/layout/hProcess4"/>
    <dgm:cxn modelId="{AC2336E6-8696-477A-9C93-8F772B13F8B7}" type="presParOf" srcId="{405DF3F2-E185-4C14-B96B-02492E3A557A}" destId="{450CD1BC-E572-4503-8D05-C6F13F4FB396}" srcOrd="1" destOrd="0" presId="urn:microsoft.com/office/officeart/2005/8/layout/hProcess4"/>
    <dgm:cxn modelId="{F55015B9-5F99-490B-9DF8-51CC95CAF7B7}" type="presParOf" srcId="{405DF3F2-E185-4C14-B96B-02492E3A557A}" destId="{46E846EA-EF3D-4D92-9CD9-3012F70DFA85}" srcOrd="2" destOrd="0" presId="urn:microsoft.com/office/officeart/2005/8/layout/hProcess4"/>
    <dgm:cxn modelId="{18AF5F00-D5EC-4626-9C10-D0F7814AA877}" type="presParOf" srcId="{405DF3F2-E185-4C14-B96B-02492E3A557A}" destId="{0ED17427-516C-48D3-9505-4E3179F97486}" srcOrd="3" destOrd="0" presId="urn:microsoft.com/office/officeart/2005/8/layout/hProcess4"/>
    <dgm:cxn modelId="{D9A26745-A887-496A-9D36-E15418AA8BC9}" type="presParOf" srcId="{405DF3F2-E185-4C14-B96B-02492E3A557A}" destId="{FF25305D-71A1-40DA-A76D-02006BF15259}" srcOrd="4" destOrd="0" presId="urn:microsoft.com/office/officeart/2005/8/layout/hProcess4"/>
    <dgm:cxn modelId="{AC94A9AD-2C15-46BD-8BA2-CE78B4804C8E}" type="presParOf" srcId="{724DBE65-D325-488F-AB86-BDA5950D35A7}" destId="{D149754B-8B32-4C41-9AF3-0D22AF193090}" srcOrd="1" destOrd="0" presId="urn:microsoft.com/office/officeart/2005/8/layout/hProcess4"/>
    <dgm:cxn modelId="{16971524-EFDF-4665-BEE2-83B12EDC52EC}" type="presParOf" srcId="{724DBE65-D325-488F-AB86-BDA5950D35A7}" destId="{273E7978-0ABE-4F64-B2DB-1E490588D4C0}" srcOrd="2" destOrd="0" presId="urn:microsoft.com/office/officeart/2005/8/layout/hProcess4"/>
    <dgm:cxn modelId="{CD546204-D9C4-45A0-8816-704A6B65E6BF}" type="presParOf" srcId="{273E7978-0ABE-4F64-B2DB-1E490588D4C0}" destId="{4CB3D1D8-7FF1-44E6-87C8-3C26A99D521B}" srcOrd="0" destOrd="0" presId="urn:microsoft.com/office/officeart/2005/8/layout/hProcess4"/>
    <dgm:cxn modelId="{81FF6AE7-08E1-483F-83F7-F2B3FCF39CDF}" type="presParOf" srcId="{273E7978-0ABE-4F64-B2DB-1E490588D4C0}" destId="{A1EAC621-4D1C-4567-8F5F-4008ED8688F7}" srcOrd="1" destOrd="0" presId="urn:microsoft.com/office/officeart/2005/8/layout/hProcess4"/>
    <dgm:cxn modelId="{FC3EE2C4-9E6A-4779-B0FA-5F37BF90D82B}" type="presParOf" srcId="{273E7978-0ABE-4F64-B2DB-1E490588D4C0}" destId="{BF2A562E-2FF4-402B-AFF7-295E7349B767}" srcOrd="2" destOrd="0" presId="urn:microsoft.com/office/officeart/2005/8/layout/hProcess4"/>
    <dgm:cxn modelId="{E55A3485-9FE0-4D3B-B4FC-E603AFBF6533}" type="presParOf" srcId="{273E7978-0ABE-4F64-B2DB-1E490588D4C0}" destId="{9D63C563-AA1E-4DD9-BA9B-F0D9BC23FB58}" srcOrd="3" destOrd="0" presId="urn:microsoft.com/office/officeart/2005/8/layout/hProcess4"/>
    <dgm:cxn modelId="{AF52143C-D67A-4ABB-A419-1AFE547E2752}" type="presParOf" srcId="{273E7978-0ABE-4F64-B2DB-1E490588D4C0}" destId="{CAC9D118-771C-4946-A188-6BB2317E8429}" srcOrd="4" destOrd="0" presId="urn:microsoft.com/office/officeart/2005/8/layout/hProcess4"/>
    <dgm:cxn modelId="{F4099FA4-6179-4C21-BA65-CA0117BA3A9B}" type="presParOf" srcId="{724DBE65-D325-488F-AB86-BDA5950D35A7}" destId="{FB8B0E0E-167A-4478-B4DE-77F234614709}" srcOrd="3" destOrd="0" presId="urn:microsoft.com/office/officeart/2005/8/layout/hProcess4"/>
    <dgm:cxn modelId="{46E9A8B1-83B3-4CFA-9F1D-55F3636D83E0}" type="presParOf" srcId="{724DBE65-D325-488F-AB86-BDA5950D35A7}" destId="{168F3F8C-691C-4F94-B1C8-3B0A5835DD77}" srcOrd="4" destOrd="0" presId="urn:microsoft.com/office/officeart/2005/8/layout/hProcess4"/>
    <dgm:cxn modelId="{E9396607-A707-49F3-88EC-F6711A7B551D}" type="presParOf" srcId="{168F3F8C-691C-4F94-B1C8-3B0A5835DD77}" destId="{370D177B-A69E-4645-9694-52A16F09CB3D}" srcOrd="0" destOrd="0" presId="urn:microsoft.com/office/officeart/2005/8/layout/hProcess4"/>
    <dgm:cxn modelId="{980AE229-FAEC-4856-BFCA-1B601639020E}" type="presParOf" srcId="{168F3F8C-691C-4F94-B1C8-3B0A5835DD77}" destId="{6E302ED1-C9DB-4849-858C-912E619F0158}" srcOrd="1" destOrd="0" presId="urn:microsoft.com/office/officeart/2005/8/layout/hProcess4"/>
    <dgm:cxn modelId="{8DA9A020-A709-49FF-B457-D3782EBDE2F7}" type="presParOf" srcId="{168F3F8C-691C-4F94-B1C8-3B0A5835DD77}" destId="{3EDE4BC7-F968-4DC2-8B4A-31FC5FE7CE96}" srcOrd="2" destOrd="0" presId="urn:microsoft.com/office/officeart/2005/8/layout/hProcess4"/>
    <dgm:cxn modelId="{C07A9498-A1C0-417A-AA58-635F18938AA0}" type="presParOf" srcId="{168F3F8C-691C-4F94-B1C8-3B0A5835DD77}" destId="{A36209C7-3514-45B6-9D5D-1474202F9D59}" srcOrd="3" destOrd="0" presId="urn:microsoft.com/office/officeart/2005/8/layout/hProcess4"/>
    <dgm:cxn modelId="{DF97D6F8-539E-4268-BDF6-577F8C68B867}" type="presParOf" srcId="{168F3F8C-691C-4F94-B1C8-3B0A5835DD77}" destId="{20954C2E-5AFA-42AE-A0AF-6B345474E150}" srcOrd="4" destOrd="0" presId="urn:microsoft.com/office/officeart/2005/8/layout/hProcess4"/>
    <dgm:cxn modelId="{B465857C-C271-4C65-B4BD-CB30BC344652}" type="presParOf" srcId="{724DBE65-D325-488F-AB86-BDA5950D35A7}" destId="{3285D3BD-D01B-44A5-8A97-6B5D824832DC}" srcOrd="5" destOrd="0" presId="urn:microsoft.com/office/officeart/2005/8/layout/hProcess4"/>
    <dgm:cxn modelId="{FFBA4B65-E6A3-4748-B26D-D58070008AD3}" type="presParOf" srcId="{724DBE65-D325-488F-AB86-BDA5950D35A7}" destId="{7D7B58E9-8CC3-4D00-B3F1-4B57FEA2EB59}" srcOrd="6" destOrd="0" presId="urn:microsoft.com/office/officeart/2005/8/layout/hProcess4"/>
    <dgm:cxn modelId="{3C986CD6-93BC-4955-995D-E96183A8327D}" type="presParOf" srcId="{7D7B58E9-8CC3-4D00-B3F1-4B57FEA2EB59}" destId="{07683A28-6741-4ABF-82CA-4CD732D05953}" srcOrd="0" destOrd="0" presId="urn:microsoft.com/office/officeart/2005/8/layout/hProcess4"/>
    <dgm:cxn modelId="{585DA886-0C60-4BC6-A740-5082C6BCAABC}" type="presParOf" srcId="{7D7B58E9-8CC3-4D00-B3F1-4B57FEA2EB59}" destId="{873FC851-7C87-4B13-B839-0C5B582E0AEC}" srcOrd="1" destOrd="0" presId="urn:microsoft.com/office/officeart/2005/8/layout/hProcess4"/>
    <dgm:cxn modelId="{DFE17509-FE0F-449D-909C-602659954278}" type="presParOf" srcId="{7D7B58E9-8CC3-4D00-B3F1-4B57FEA2EB59}" destId="{AFB2AEF1-EABA-413B-9241-B4D45D51AC17}" srcOrd="2" destOrd="0" presId="urn:microsoft.com/office/officeart/2005/8/layout/hProcess4"/>
    <dgm:cxn modelId="{747DB347-F4B6-489D-8CA1-31275CF83CF8}" type="presParOf" srcId="{7D7B58E9-8CC3-4D00-B3F1-4B57FEA2EB59}" destId="{9DEAEE3E-F393-4424-8C99-25C587F1F81B}" srcOrd="3" destOrd="0" presId="urn:microsoft.com/office/officeart/2005/8/layout/hProcess4"/>
    <dgm:cxn modelId="{5FBDE4D1-DAC5-47DE-8A46-6C2387D69E3B}" type="presParOf" srcId="{7D7B58E9-8CC3-4D00-B3F1-4B57FEA2EB59}" destId="{F945DCF6-39DF-4DCA-9002-2957C292F10A}" srcOrd="4" destOrd="0" presId="urn:microsoft.com/office/officeart/2005/8/layout/hProcess4"/>
    <dgm:cxn modelId="{26157258-73DF-4BD3-BAC7-BDFE52562A63}" type="presParOf" srcId="{724DBE65-D325-488F-AB86-BDA5950D35A7}" destId="{A70A0898-E547-4A09-8F66-E2B3A997E99D}" srcOrd="7" destOrd="0" presId="urn:microsoft.com/office/officeart/2005/8/layout/hProcess4"/>
    <dgm:cxn modelId="{A86243EB-85D3-4359-91ED-5895A475D4BE}" type="presParOf" srcId="{724DBE65-D325-488F-AB86-BDA5950D35A7}" destId="{D088B263-C2DF-4ADA-9E31-04DA187EDC8B}" srcOrd="8" destOrd="0" presId="urn:microsoft.com/office/officeart/2005/8/layout/hProcess4"/>
    <dgm:cxn modelId="{280E77DA-2615-4390-83CB-8B39771DD8E1}" type="presParOf" srcId="{D088B263-C2DF-4ADA-9E31-04DA187EDC8B}" destId="{4CCF3193-8D2D-4B84-B43D-D0ED5281F458}" srcOrd="0" destOrd="0" presId="urn:microsoft.com/office/officeart/2005/8/layout/hProcess4"/>
    <dgm:cxn modelId="{3CC29913-6A27-4384-BDAC-8A3A0E184FB8}" type="presParOf" srcId="{D088B263-C2DF-4ADA-9E31-04DA187EDC8B}" destId="{76C34BAD-9F54-465D-9DA7-0832BABE617F}" srcOrd="1" destOrd="0" presId="urn:microsoft.com/office/officeart/2005/8/layout/hProcess4"/>
    <dgm:cxn modelId="{DB16EC0F-F5E6-4D3E-9402-7D52351A18AD}" type="presParOf" srcId="{D088B263-C2DF-4ADA-9E31-04DA187EDC8B}" destId="{E63BC836-5E39-4EE3-BD30-24E09261B2A5}" srcOrd="2" destOrd="0" presId="urn:microsoft.com/office/officeart/2005/8/layout/hProcess4"/>
    <dgm:cxn modelId="{9FC0D1D7-3076-4703-BEC1-C1688420C3E5}" type="presParOf" srcId="{D088B263-C2DF-4ADA-9E31-04DA187EDC8B}" destId="{B59CEDEF-1CBE-4F40-A78B-648BC791805E}" srcOrd="3" destOrd="0" presId="urn:microsoft.com/office/officeart/2005/8/layout/hProcess4"/>
    <dgm:cxn modelId="{345031B6-602D-4838-9E9B-709EEE6E50CF}" type="presParOf" srcId="{D088B263-C2DF-4ADA-9E31-04DA187EDC8B}" destId="{2EC615FA-00EE-4565-BBA3-5DDBD9145E53}" srcOrd="4" destOrd="0" presId="urn:microsoft.com/office/officeart/2005/8/layout/hProcess4"/>
    <dgm:cxn modelId="{0CD7DA56-C00B-47CC-8698-AB8C5060BD41}" type="presParOf" srcId="{724DBE65-D325-488F-AB86-BDA5950D35A7}" destId="{33AD0ABA-0BDE-40A3-8E6D-27EA697686FC}" srcOrd="9" destOrd="0" presId="urn:microsoft.com/office/officeart/2005/8/layout/hProcess4"/>
    <dgm:cxn modelId="{F7CE3CA1-E79C-44AA-A780-A7AE579CE07D}" type="presParOf" srcId="{724DBE65-D325-488F-AB86-BDA5950D35A7}" destId="{87BA7787-6CD7-4DDA-BFB0-7B9027D8ACC4}" srcOrd="10" destOrd="0" presId="urn:microsoft.com/office/officeart/2005/8/layout/hProcess4"/>
    <dgm:cxn modelId="{E09BB5FE-6067-4F88-9A91-2AF865641D49}" type="presParOf" srcId="{87BA7787-6CD7-4DDA-BFB0-7B9027D8ACC4}" destId="{30F58AB3-34A4-43A5-8DE5-EF5213A59F71}" srcOrd="0" destOrd="0" presId="urn:microsoft.com/office/officeart/2005/8/layout/hProcess4"/>
    <dgm:cxn modelId="{EEDA7764-530F-4EF8-A3A6-EDF2EAEE34A5}" type="presParOf" srcId="{87BA7787-6CD7-4DDA-BFB0-7B9027D8ACC4}" destId="{2309D964-C658-4226-8A99-1C1263B1DFE7}" srcOrd="1" destOrd="0" presId="urn:microsoft.com/office/officeart/2005/8/layout/hProcess4"/>
    <dgm:cxn modelId="{93AF9F0F-D857-497D-82D2-52F1E0A51F63}" type="presParOf" srcId="{87BA7787-6CD7-4DDA-BFB0-7B9027D8ACC4}" destId="{CABB6997-C960-4801-846A-608B0DC571DC}" srcOrd="2" destOrd="0" presId="urn:microsoft.com/office/officeart/2005/8/layout/hProcess4"/>
    <dgm:cxn modelId="{55714D46-69BA-4265-864C-E769DAC36804}" type="presParOf" srcId="{87BA7787-6CD7-4DDA-BFB0-7B9027D8ACC4}" destId="{21BBC773-AF5E-4D07-AAAA-0E3E4CDA1D62}" srcOrd="3" destOrd="0" presId="urn:microsoft.com/office/officeart/2005/8/layout/hProcess4"/>
    <dgm:cxn modelId="{E0912CF2-1207-42CB-90E8-C5C3C01ACA1E}" type="presParOf" srcId="{87BA7787-6CD7-4DDA-BFB0-7B9027D8ACC4}" destId="{3A780F42-5A96-4B2D-B583-FB0EF42B8FDC}" srcOrd="4" destOrd="0" presId="urn:microsoft.com/office/officeart/2005/8/layout/hProcess4"/>
    <dgm:cxn modelId="{B1F4F2B8-58FD-4E64-9F6E-47B81F7BBF3B}" type="presParOf" srcId="{724DBE65-D325-488F-AB86-BDA5950D35A7}" destId="{9ED83E4F-F1F9-4638-90D3-BC84F04EA2E9}" srcOrd="11" destOrd="0" presId="urn:microsoft.com/office/officeart/2005/8/layout/hProcess4"/>
    <dgm:cxn modelId="{C7AD53F0-D514-43B9-AE48-AD47787FD137}" type="presParOf" srcId="{724DBE65-D325-488F-AB86-BDA5950D35A7}" destId="{69516BA3-ECAC-4A92-8687-5908DFB9D58E}" srcOrd="12" destOrd="0" presId="urn:microsoft.com/office/officeart/2005/8/layout/hProcess4"/>
    <dgm:cxn modelId="{82A2CDE7-F63F-41AC-9C64-2BC2C8A7ECA7}" type="presParOf" srcId="{69516BA3-ECAC-4A92-8687-5908DFB9D58E}" destId="{48B42CC3-27D6-46B2-9423-8F6C5554A97E}" srcOrd="0" destOrd="0" presId="urn:microsoft.com/office/officeart/2005/8/layout/hProcess4"/>
    <dgm:cxn modelId="{E3933AEA-E0CF-4588-8F86-9663212AAA60}" type="presParOf" srcId="{69516BA3-ECAC-4A92-8687-5908DFB9D58E}" destId="{5E51B294-C65B-4282-A628-629D6E27B44E}" srcOrd="1" destOrd="0" presId="urn:microsoft.com/office/officeart/2005/8/layout/hProcess4"/>
    <dgm:cxn modelId="{3E45FB09-6AFB-42D8-ACE9-6BE3678ACA86}" type="presParOf" srcId="{69516BA3-ECAC-4A92-8687-5908DFB9D58E}" destId="{08F1FCCF-396E-4E09-83C9-3F00CC6C46D7}" srcOrd="2" destOrd="0" presId="urn:microsoft.com/office/officeart/2005/8/layout/hProcess4"/>
    <dgm:cxn modelId="{2B33DC12-F912-44A7-81A7-CE8535C2BE52}" type="presParOf" srcId="{69516BA3-ECAC-4A92-8687-5908DFB9D58E}" destId="{24F4D7F1-129B-4407-9900-5D6579BB1674}" srcOrd="3" destOrd="0" presId="urn:microsoft.com/office/officeart/2005/8/layout/hProcess4"/>
    <dgm:cxn modelId="{E4FD91E4-86DF-4295-9417-5A6C1A7CA374}" type="presParOf" srcId="{69516BA3-ECAC-4A92-8687-5908DFB9D58E}" destId="{31262B2E-E17F-47A1-B7BD-E0339B073B53}" srcOrd="4" destOrd="0" presId="urn:microsoft.com/office/officeart/2005/8/layout/hProcess4"/>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0CD1BC-E572-4503-8D05-C6F13F4FB396}">
      <dsp:nvSpPr>
        <dsp:cNvPr id="0" name=""/>
        <dsp:cNvSpPr/>
      </dsp:nvSpPr>
      <dsp:spPr>
        <a:xfrm>
          <a:off x="598" y="2099384"/>
          <a:ext cx="1365516" cy="112626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57150" lvl="1" indent="-57150" algn="l" defTabSz="488950">
            <a:lnSpc>
              <a:spcPct val="90000"/>
            </a:lnSpc>
            <a:spcBef>
              <a:spcPct val="0"/>
            </a:spcBef>
            <a:spcAft>
              <a:spcPct val="15000"/>
            </a:spcAft>
            <a:buNone/>
          </a:pPr>
          <a:r>
            <a:rPr lang="en-US" sz="1100" kern="1200" dirty="0">
              <a:latin typeface="Times New Roman" panose="02020603050405020304" pitchFamily="18" charset="0"/>
              <a:cs typeface="Times New Roman" panose="02020603050405020304" pitchFamily="18" charset="0"/>
            </a:rPr>
            <a:t>Conduct literature review, define project scope and constraints</a:t>
          </a:r>
        </a:p>
      </dsp:txBody>
      <dsp:txXfrm>
        <a:off x="26517" y="2125303"/>
        <a:ext cx="1313678" cy="833085"/>
      </dsp:txXfrm>
    </dsp:sp>
    <dsp:sp modelId="{D149754B-8B32-4C41-9AF3-0D22AF193090}">
      <dsp:nvSpPr>
        <dsp:cNvPr id="0" name=""/>
        <dsp:cNvSpPr/>
      </dsp:nvSpPr>
      <dsp:spPr>
        <a:xfrm>
          <a:off x="756747" y="2327271"/>
          <a:ext cx="1565526" cy="1565526"/>
        </a:xfrm>
        <a:prstGeom prst="leftCircularArrow">
          <a:avLst>
            <a:gd name="adj1" fmla="val 3532"/>
            <a:gd name="adj2" fmla="val 438640"/>
            <a:gd name="adj3" fmla="val 2214150"/>
            <a:gd name="adj4" fmla="val 9024489"/>
            <a:gd name="adj5" fmla="val 4121"/>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ED17427-516C-48D3-9505-4E3179F97486}">
      <dsp:nvSpPr>
        <dsp:cNvPr id="0" name=""/>
        <dsp:cNvSpPr/>
      </dsp:nvSpPr>
      <dsp:spPr>
        <a:xfrm>
          <a:off x="304046" y="2984307"/>
          <a:ext cx="1213792" cy="48268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latin typeface="Times New Roman" panose="02020603050405020304" pitchFamily="18" charset="0"/>
              <a:cs typeface="Times New Roman" panose="02020603050405020304" pitchFamily="18" charset="0"/>
            </a:rPr>
            <a:t>planning Phase:</a:t>
          </a:r>
          <a:endParaRPr lang="en-UG" sz="1100" kern="1200" dirty="0">
            <a:latin typeface="Times New Roman" panose="02020603050405020304" pitchFamily="18" charset="0"/>
            <a:cs typeface="Times New Roman" panose="02020603050405020304" pitchFamily="18" charset="0"/>
          </a:endParaRPr>
        </a:p>
      </dsp:txBody>
      <dsp:txXfrm>
        <a:off x="318183" y="2998444"/>
        <a:ext cx="1185518" cy="454411"/>
      </dsp:txXfrm>
    </dsp:sp>
    <dsp:sp modelId="{A1EAC621-4D1C-4567-8F5F-4008ED8688F7}">
      <dsp:nvSpPr>
        <dsp:cNvPr id="0" name=""/>
        <dsp:cNvSpPr/>
      </dsp:nvSpPr>
      <dsp:spPr>
        <a:xfrm>
          <a:off x="1781182" y="2099384"/>
          <a:ext cx="1365516" cy="112626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57150" lvl="1" indent="-57150" algn="l" defTabSz="488950">
            <a:lnSpc>
              <a:spcPct val="90000"/>
            </a:lnSpc>
            <a:spcBef>
              <a:spcPct val="0"/>
            </a:spcBef>
            <a:spcAft>
              <a:spcPct val="15000"/>
            </a:spcAft>
            <a:buChar char="•"/>
          </a:pPr>
          <a:r>
            <a:rPr lang="en-US" sz="1100" b="0" i="0" kern="1200" dirty="0">
              <a:solidFill>
                <a:schemeClr val="tx1"/>
              </a:solidFill>
              <a:effectLst/>
              <a:latin typeface="Times New Roman" panose="02020603050405020304" pitchFamily="18" charset="0"/>
              <a:cs typeface="Times New Roman" panose="02020603050405020304" pitchFamily="18" charset="0"/>
            </a:rPr>
            <a:t>Requirement gathering, component selection.</a:t>
          </a:r>
          <a:endParaRPr lang="en-UG" sz="1100" kern="1200" dirty="0">
            <a:solidFill>
              <a:schemeClr val="tx1"/>
            </a:solidFill>
            <a:latin typeface="Times New Roman" panose="02020603050405020304" pitchFamily="18" charset="0"/>
            <a:cs typeface="Times New Roman" panose="02020603050405020304" pitchFamily="18" charset="0"/>
          </a:endParaRPr>
        </a:p>
      </dsp:txBody>
      <dsp:txXfrm>
        <a:off x="1807101" y="2366646"/>
        <a:ext cx="1313678" cy="833085"/>
      </dsp:txXfrm>
    </dsp:sp>
    <dsp:sp modelId="{FB8B0E0E-167A-4478-B4DE-77F234614709}">
      <dsp:nvSpPr>
        <dsp:cNvPr id="0" name=""/>
        <dsp:cNvSpPr/>
      </dsp:nvSpPr>
      <dsp:spPr>
        <a:xfrm>
          <a:off x="2525951" y="1388076"/>
          <a:ext cx="1740009" cy="1740009"/>
        </a:xfrm>
        <a:prstGeom prst="circularArrow">
          <a:avLst>
            <a:gd name="adj1" fmla="val 3178"/>
            <a:gd name="adj2" fmla="val 391347"/>
            <a:gd name="adj3" fmla="val 19433142"/>
            <a:gd name="adj4" fmla="val 12575511"/>
            <a:gd name="adj5" fmla="val 3708"/>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D63C563-AA1E-4DD9-BA9B-F0D9BC23FB58}">
      <dsp:nvSpPr>
        <dsp:cNvPr id="0" name=""/>
        <dsp:cNvSpPr/>
      </dsp:nvSpPr>
      <dsp:spPr>
        <a:xfrm>
          <a:off x="2084630" y="1858041"/>
          <a:ext cx="1213792" cy="48268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latin typeface="Times New Roman" panose="02020603050405020304" pitchFamily="18" charset="0"/>
              <a:cs typeface="Times New Roman" panose="02020603050405020304" pitchFamily="18" charset="0"/>
            </a:rPr>
            <a:t>Design Phase:</a:t>
          </a:r>
          <a:endParaRPr lang="en-UG" sz="1100" kern="1200" dirty="0">
            <a:latin typeface="Times New Roman" panose="02020603050405020304" pitchFamily="18" charset="0"/>
            <a:cs typeface="Times New Roman" panose="02020603050405020304" pitchFamily="18" charset="0"/>
          </a:endParaRPr>
        </a:p>
      </dsp:txBody>
      <dsp:txXfrm>
        <a:off x="2098767" y="1872178"/>
        <a:ext cx="1185518" cy="454411"/>
      </dsp:txXfrm>
    </dsp:sp>
    <dsp:sp modelId="{6E302ED1-C9DB-4849-858C-912E619F0158}">
      <dsp:nvSpPr>
        <dsp:cNvPr id="0" name=""/>
        <dsp:cNvSpPr/>
      </dsp:nvSpPr>
      <dsp:spPr>
        <a:xfrm>
          <a:off x="3561765" y="2099384"/>
          <a:ext cx="1365516" cy="112626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57150" lvl="1" indent="-57150" algn="l" defTabSz="488950">
            <a:lnSpc>
              <a:spcPct val="90000"/>
            </a:lnSpc>
            <a:spcBef>
              <a:spcPct val="0"/>
            </a:spcBef>
            <a:spcAft>
              <a:spcPct val="15000"/>
            </a:spcAft>
            <a:buChar char="•"/>
          </a:pPr>
          <a:r>
            <a:rPr lang="en-US" sz="1100" b="0" i="0" kern="1200" dirty="0">
              <a:solidFill>
                <a:schemeClr val="tx1"/>
              </a:solidFill>
              <a:effectLst/>
              <a:latin typeface="Times New Roman" panose="02020603050405020304" pitchFamily="18" charset="0"/>
              <a:cs typeface="Times New Roman" panose="02020603050405020304" pitchFamily="18" charset="0"/>
            </a:rPr>
            <a:t>Building glove (sensors) and stick (ultrasonic + vibration).</a:t>
          </a:r>
          <a:endParaRPr lang="en-UG" sz="1100" kern="1200" dirty="0">
            <a:solidFill>
              <a:schemeClr val="tx1"/>
            </a:solidFill>
            <a:latin typeface="Times New Roman" panose="02020603050405020304" pitchFamily="18" charset="0"/>
            <a:cs typeface="Times New Roman" panose="02020603050405020304" pitchFamily="18" charset="0"/>
          </a:endParaRPr>
        </a:p>
      </dsp:txBody>
      <dsp:txXfrm>
        <a:off x="3587684" y="2125303"/>
        <a:ext cx="1313678" cy="833085"/>
      </dsp:txXfrm>
    </dsp:sp>
    <dsp:sp modelId="{3285D3BD-D01B-44A5-8A97-6B5D824832DC}">
      <dsp:nvSpPr>
        <dsp:cNvPr id="0" name=""/>
        <dsp:cNvSpPr/>
      </dsp:nvSpPr>
      <dsp:spPr>
        <a:xfrm>
          <a:off x="4317914" y="2327271"/>
          <a:ext cx="1565526" cy="1565526"/>
        </a:xfrm>
        <a:prstGeom prst="leftCircularArrow">
          <a:avLst>
            <a:gd name="adj1" fmla="val 3532"/>
            <a:gd name="adj2" fmla="val 438640"/>
            <a:gd name="adj3" fmla="val 2214150"/>
            <a:gd name="adj4" fmla="val 9024489"/>
            <a:gd name="adj5" fmla="val 4121"/>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36209C7-3514-45B6-9D5D-1474202F9D59}">
      <dsp:nvSpPr>
        <dsp:cNvPr id="0" name=""/>
        <dsp:cNvSpPr/>
      </dsp:nvSpPr>
      <dsp:spPr>
        <a:xfrm>
          <a:off x="3865213" y="2984307"/>
          <a:ext cx="1213792" cy="48268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None/>
          </a:pPr>
          <a:r>
            <a:rPr lang="en-US" sz="1100" b="1" i="0" kern="1200" dirty="0">
              <a:solidFill>
                <a:srgbClr val="FFFFFF"/>
              </a:solidFill>
              <a:effectLst/>
              <a:latin typeface="Times New Roman" panose="02020603050405020304" pitchFamily="18" charset="0"/>
              <a:cs typeface="Times New Roman" panose="02020603050405020304" pitchFamily="18" charset="0"/>
            </a:rPr>
            <a:t>Hardware Development:</a:t>
          </a:r>
          <a:endParaRPr lang="en-UG" sz="1100" kern="1200" dirty="0">
            <a:latin typeface="Times New Roman" panose="02020603050405020304" pitchFamily="18" charset="0"/>
            <a:cs typeface="Times New Roman" panose="02020603050405020304" pitchFamily="18" charset="0"/>
          </a:endParaRPr>
        </a:p>
      </dsp:txBody>
      <dsp:txXfrm>
        <a:off x="3879350" y="2998444"/>
        <a:ext cx="1185518" cy="454411"/>
      </dsp:txXfrm>
    </dsp:sp>
    <dsp:sp modelId="{873FC851-7C87-4B13-B839-0C5B582E0AEC}">
      <dsp:nvSpPr>
        <dsp:cNvPr id="0" name=""/>
        <dsp:cNvSpPr/>
      </dsp:nvSpPr>
      <dsp:spPr>
        <a:xfrm>
          <a:off x="5342349" y="2099384"/>
          <a:ext cx="1365516" cy="112626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57150" lvl="1" indent="-57150" algn="l" defTabSz="488950">
            <a:lnSpc>
              <a:spcPct val="90000"/>
            </a:lnSpc>
            <a:spcBef>
              <a:spcPct val="0"/>
            </a:spcBef>
            <a:spcAft>
              <a:spcPct val="15000"/>
            </a:spcAft>
            <a:buChar char="•"/>
          </a:pPr>
          <a:r>
            <a:rPr lang="en-US" sz="1100" b="0" i="0" kern="1200" dirty="0">
              <a:solidFill>
                <a:schemeClr val="tx1"/>
              </a:solidFill>
              <a:effectLst/>
              <a:latin typeface="Times New Roman" panose="02020603050405020304" pitchFamily="18" charset="0"/>
              <a:cs typeface="Times New Roman" panose="02020603050405020304" pitchFamily="18" charset="0"/>
            </a:rPr>
            <a:t>Arduino + Python integration, offline speech output.</a:t>
          </a:r>
          <a:endParaRPr lang="en-UG" sz="1100" kern="1200" dirty="0">
            <a:solidFill>
              <a:schemeClr val="tx1"/>
            </a:solidFill>
            <a:latin typeface="Times New Roman" panose="02020603050405020304" pitchFamily="18" charset="0"/>
            <a:cs typeface="Times New Roman" panose="02020603050405020304" pitchFamily="18" charset="0"/>
          </a:endParaRPr>
        </a:p>
      </dsp:txBody>
      <dsp:txXfrm>
        <a:off x="5368268" y="2366646"/>
        <a:ext cx="1313678" cy="833085"/>
      </dsp:txXfrm>
    </dsp:sp>
    <dsp:sp modelId="{A70A0898-E547-4A09-8F66-E2B3A997E99D}">
      <dsp:nvSpPr>
        <dsp:cNvPr id="0" name=""/>
        <dsp:cNvSpPr/>
      </dsp:nvSpPr>
      <dsp:spPr>
        <a:xfrm>
          <a:off x="6087118" y="1388076"/>
          <a:ext cx="1740009" cy="1740009"/>
        </a:xfrm>
        <a:prstGeom prst="circularArrow">
          <a:avLst>
            <a:gd name="adj1" fmla="val 3178"/>
            <a:gd name="adj2" fmla="val 391347"/>
            <a:gd name="adj3" fmla="val 19433142"/>
            <a:gd name="adj4" fmla="val 12575511"/>
            <a:gd name="adj5" fmla="val 3708"/>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DEAEE3E-F393-4424-8C99-25C587F1F81B}">
      <dsp:nvSpPr>
        <dsp:cNvPr id="0" name=""/>
        <dsp:cNvSpPr/>
      </dsp:nvSpPr>
      <dsp:spPr>
        <a:xfrm>
          <a:off x="5645797" y="1858041"/>
          <a:ext cx="1213792" cy="48268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None/>
          </a:pPr>
          <a:r>
            <a:rPr lang="en-US" sz="1100" b="1" i="0" kern="1200" dirty="0">
              <a:solidFill>
                <a:srgbClr val="FFFFFF"/>
              </a:solidFill>
              <a:effectLst/>
              <a:latin typeface="Times New Roman" panose="02020603050405020304" pitchFamily="18" charset="0"/>
              <a:cs typeface="Times New Roman" panose="02020603050405020304" pitchFamily="18" charset="0"/>
            </a:rPr>
            <a:t> Software Development:</a:t>
          </a:r>
          <a:r>
            <a:rPr lang="en-US" sz="1100" b="0" i="0" kern="1200" dirty="0">
              <a:solidFill>
                <a:srgbClr val="FFFFFF"/>
              </a:solidFill>
              <a:effectLst/>
              <a:latin typeface="Times New Roman" panose="02020603050405020304" pitchFamily="18" charset="0"/>
              <a:cs typeface="Times New Roman" panose="02020603050405020304" pitchFamily="18" charset="0"/>
            </a:rPr>
            <a:t> </a:t>
          </a:r>
          <a:endParaRPr lang="en-UG" sz="1100" kern="1200" dirty="0">
            <a:latin typeface="Times New Roman" panose="02020603050405020304" pitchFamily="18" charset="0"/>
            <a:cs typeface="Times New Roman" panose="02020603050405020304" pitchFamily="18" charset="0"/>
          </a:endParaRPr>
        </a:p>
      </dsp:txBody>
      <dsp:txXfrm>
        <a:off x="5659934" y="1872178"/>
        <a:ext cx="1185518" cy="454411"/>
      </dsp:txXfrm>
    </dsp:sp>
    <dsp:sp modelId="{76C34BAD-9F54-465D-9DA7-0832BABE617F}">
      <dsp:nvSpPr>
        <dsp:cNvPr id="0" name=""/>
        <dsp:cNvSpPr/>
      </dsp:nvSpPr>
      <dsp:spPr>
        <a:xfrm>
          <a:off x="7122932" y="2099384"/>
          <a:ext cx="1365516" cy="112626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57150" lvl="1" indent="-57150" algn="l" defTabSz="488950">
            <a:lnSpc>
              <a:spcPct val="90000"/>
            </a:lnSpc>
            <a:spcBef>
              <a:spcPct val="0"/>
            </a:spcBef>
            <a:spcAft>
              <a:spcPct val="15000"/>
            </a:spcAft>
            <a:buChar char="•"/>
          </a:pPr>
          <a:r>
            <a:rPr lang="en-US" sz="1100" kern="1200" dirty="0">
              <a:latin typeface="Times New Roman" panose="02020603050405020304" pitchFamily="18" charset="0"/>
              <a:cs typeface="Times New Roman" panose="02020603050405020304" pitchFamily="18" charset="0"/>
            </a:rPr>
            <a:t>User trails, accuracy, and usability analysis</a:t>
          </a:r>
          <a:endParaRPr lang="en-UG" sz="1100" kern="1200" dirty="0">
            <a:latin typeface="Times New Roman" panose="02020603050405020304" pitchFamily="18" charset="0"/>
            <a:cs typeface="Times New Roman" panose="02020603050405020304" pitchFamily="18" charset="0"/>
          </a:endParaRPr>
        </a:p>
      </dsp:txBody>
      <dsp:txXfrm>
        <a:off x="7148851" y="2125303"/>
        <a:ext cx="1313678" cy="833085"/>
      </dsp:txXfrm>
    </dsp:sp>
    <dsp:sp modelId="{33AD0ABA-0BDE-40A3-8E6D-27EA697686FC}">
      <dsp:nvSpPr>
        <dsp:cNvPr id="0" name=""/>
        <dsp:cNvSpPr/>
      </dsp:nvSpPr>
      <dsp:spPr>
        <a:xfrm>
          <a:off x="7879081" y="2327271"/>
          <a:ext cx="1565526" cy="1565526"/>
        </a:xfrm>
        <a:prstGeom prst="leftCircularArrow">
          <a:avLst>
            <a:gd name="adj1" fmla="val 3532"/>
            <a:gd name="adj2" fmla="val 438640"/>
            <a:gd name="adj3" fmla="val 2214150"/>
            <a:gd name="adj4" fmla="val 9024489"/>
            <a:gd name="adj5" fmla="val 4121"/>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59CEDEF-1CBE-4F40-A78B-648BC791805E}">
      <dsp:nvSpPr>
        <dsp:cNvPr id="0" name=""/>
        <dsp:cNvSpPr/>
      </dsp:nvSpPr>
      <dsp:spPr>
        <a:xfrm>
          <a:off x="7426380" y="2984307"/>
          <a:ext cx="1213792" cy="48268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latin typeface="Times New Roman" panose="02020603050405020304" pitchFamily="18" charset="0"/>
              <a:cs typeface="Times New Roman" panose="02020603050405020304" pitchFamily="18" charset="0"/>
            </a:rPr>
            <a:t>Testing &amp; Evaluation:</a:t>
          </a:r>
          <a:endParaRPr lang="en-UG" sz="1100" b="1" kern="1200" dirty="0">
            <a:latin typeface="Times New Roman" panose="02020603050405020304" pitchFamily="18" charset="0"/>
            <a:cs typeface="Times New Roman" panose="02020603050405020304" pitchFamily="18" charset="0"/>
          </a:endParaRPr>
        </a:p>
      </dsp:txBody>
      <dsp:txXfrm>
        <a:off x="7440517" y="2998444"/>
        <a:ext cx="1185518" cy="454411"/>
      </dsp:txXfrm>
    </dsp:sp>
    <dsp:sp modelId="{2309D964-C658-4226-8A99-1C1263B1DFE7}">
      <dsp:nvSpPr>
        <dsp:cNvPr id="0" name=""/>
        <dsp:cNvSpPr/>
      </dsp:nvSpPr>
      <dsp:spPr>
        <a:xfrm>
          <a:off x="8903515" y="2099384"/>
          <a:ext cx="1365516" cy="112626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57150" lvl="1" indent="-57150" algn="l" defTabSz="488950">
            <a:lnSpc>
              <a:spcPct val="90000"/>
            </a:lnSpc>
            <a:spcBef>
              <a:spcPct val="0"/>
            </a:spcBef>
            <a:spcAft>
              <a:spcPct val="15000"/>
            </a:spcAft>
            <a:buChar char="•"/>
          </a:pPr>
          <a:r>
            <a:rPr lang="en-US" sz="1100" kern="1200" dirty="0">
              <a:latin typeface="Times New Roman" panose="02020603050405020304" pitchFamily="18" charset="0"/>
              <a:cs typeface="Times New Roman" panose="02020603050405020304" pitchFamily="18" charset="0"/>
            </a:rPr>
            <a:t>Improve based on results to meet objectives.</a:t>
          </a:r>
          <a:endParaRPr lang="en-UG" sz="1100" kern="1200" dirty="0">
            <a:latin typeface="Times New Roman" panose="02020603050405020304" pitchFamily="18" charset="0"/>
            <a:cs typeface="Times New Roman" panose="02020603050405020304" pitchFamily="18" charset="0"/>
          </a:endParaRPr>
        </a:p>
      </dsp:txBody>
      <dsp:txXfrm>
        <a:off x="8929434" y="2366646"/>
        <a:ext cx="1313678" cy="833085"/>
      </dsp:txXfrm>
    </dsp:sp>
    <dsp:sp modelId="{9ED83E4F-F1F9-4638-90D3-BC84F04EA2E9}">
      <dsp:nvSpPr>
        <dsp:cNvPr id="0" name=""/>
        <dsp:cNvSpPr/>
      </dsp:nvSpPr>
      <dsp:spPr>
        <a:xfrm>
          <a:off x="9648285" y="1388076"/>
          <a:ext cx="1740009" cy="1740009"/>
        </a:xfrm>
        <a:prstGeom prst="circularArrow">
          <a:avLst>
            <a:gd name="adj1" fmla="val 3178"/>
            <a:gd name="adj2" fmla="val 391347"/>
            <a:gd name="adj3" fmla="val 19433142"/>
            <a:gd name="adj4" fmla="val 12575511"/>
            <a:gd name="adj5" fmla="val 3708"/>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1BBC773-AF5E-4D07-AAAA-0E3E4CDA1D62}">
      <dsp:nvSpPr>
        <dsp:cNvPr id="0" name=""/>
        <dsp:cNvSpPr/>
      </dsp:nvSpPr>
      <dsp:spPr>
        <a:xfrm>
          <a:off x="9206964" y="1858041"/>
          <a:ext cx="1213792" cy="48268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latin typeface="Times New Roman" panose="02020603050405020304" pitchFamily="18" charset="0"/>
              <a:cs typeface="Times New Roman" panose="02020603050405020304" pitchFamily="18" charset="0"/>
            </a:rPr>
            <a:t>Refinement</a:t>
          </a:r>
          <a:endParaRPr lang="en-UG" sz="1100" b="1" kern="1200" dirty="0">
            <a:latin typeface="Times New Roman" panose="02020603050405020304" pitchFamily="18" charset="0"/>
            <a:cs typeface="Times New Roman" panose="02020603050405020304" pitchFamily="18" charset="0"/>
          </a:endParaRPr>
        </a:p>
      </dsp:txBody>
      <dsp:txXfrm>
        <a:off x="9221101" y="1872178"/>
        <a:ext cx="1185518" cy="454411"/>
      </dsp:txXfrm>
    </dsp:sp>
    <dsp:sp modelId="{5E51B294-C65B-4282-A628-629D6E27B44E}">
      <dsp:nvSpPr>
        <dsp:cNvPr id="0" name=""/>
        <dsp:cNvSpPr/>
      </dsp:nvSpPr>
      <dsp:spPr>
        <a:xfrm>
          <a:off x="10684099" y="2099384"/>
          <a:ext cx="1365516" cy="112626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57150" lvl="1" indent="-57150" algn="ctr" defTabSz="400050">
            <a:lnSpc>
              <a:spcPct val="90000"/>
            </a:lnSpc>
            <a:spcBef>
              <a:spcPct val="0"/>
            </a:spcBef>
            <a:spcAft>
              <a:spcPct val="15000"/>
            </a:spcAft>
            <a:buChar char="•"/>
          </a:pPr>
          <a:r>
            <a:rPr lang="en-UG" sz="900" kern="1200"/>
            <a:t>Implement final prototype, gather user feedback, and review performance for future improvements.</a:t>
          </a:r>
          <a:endParaRPr lang="en-UG" sz="900" kern="1200" dirty="0">
            <a:latin typeface="Times New Roman" panose="02020603050405020304" pitchFamily="18" charset="0"/>
            <a:cs typeface="Times New Roman" panose="02020603050405020304" pitchFamily="18" charset="0"/>
          </a:endParaRPr>
        </a:p>
        <a:p>
          <a:pPr marL="285750" lvl="1" indent="-285750" algn="l" defTabSz="1600200">
            <a:lnSpc>
              <a:spcPct val="90000"/>
            </a:lnSpc>
            <a:spcBef>
              <a:spcPct val="0"/>
            </a:spcBef>
            <a:spcAft>
              <a:spcPct val="15000"/>
            </a:spcAft>
            <a:buNone/>
          </a:pPr>
          <a:endParaRPr lang="en-UG" sz="3600" kern="1200"/>
        </a:p>
      </dsp:txBody>
      <dsp:txXfrm>
        <a:off x="10710018" y="2125303"/>
        <a:ext cx="1313678" cy="833085"/>
      </dsp:txXfrm>
    </dsp:sp>
    <dsp:sp modelId="{24F4D7F1-129B-4407-9900-5D6579BB1674}">
      <dsp:nvSpPr>
        <dsp:cNvPr id="0" name=""/>
        <dsp:cNvSpPr/>
      </dsp:nvSpPr>
      <dsp:spPr>
        <a:xfrm>
          <a:off x="10987547" y="2984307"/>
          <a:ext cx="1213792" cy="48268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latin typeface="Times New Roman" panose="02020603050405020304" pitchFamily="18" charset="0"/>
              <a:cs typeface="Times New Roman" panose="02020603050405020304" pitchFamily="18" charset="0"/>
            </a:rPr>
            <a:t>Deployment and reviews</a:t>
          </a:r>
          <a:endParaRPr lang="en-UG" sz="1100" kern="1200" dirty="0">
            <a:latin typeface="Times New Roman" panose="02020603050405020304" pitchFamily="18" charset="0"/>
            <a:cs typeface="Times New Roman" panose="02020603050405020304" pitchFamily="18" charset="0"/>
          </a:endParaRPr>
        </a:p>
      </dsp:txBody>
      <dsp:txXfrm>
        <a:off x="11001684" y="2998444"/>
        <a:ext cx="1185518" cy="454411"/>
      </dsp:txXfrm>
    </dsp:sp>
  </dsp:spTree>
</dsp:drawing>
</file>

<file path=ppt/diagrams/layout1.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9A92C8-E162-4E9C-AD7D-8D5496C04457}" type="datetimeFigureOut">
              <a:rPr lang="en-UG" smtClean="0"/>
              <a:t>05/05/2026</a:t>
            </a:fld>
            <a:endParaRPr lang="en-U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BCADA8-5C9C-4BFC-B227-F8B4F0516272}" type="slidenum">
              <a:rPr lang="en-UG" smtClean="0"/>
              <a:t>‹#›</a:t>
            </a:fld>
            <a:endParaRPr lang="en-UG"/>
          </a:p>
        </p:txBody>
      </p:sp>
    </p:spTree>
    <p:extLst>
      <p:ext uri="{BB962C8B-B14F-4D97-AF65-F5344CB8AC3E}">
        <p14:creationId xmlns:p14="http://schemas.microsoft.com/office/powerpoint/2010/main" val="17494308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CD91C-B57F-84A2-064D-B199C45EA5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G"/>
          </a:p>
        </p:txBody>
      </p:sp>
      <p:sp>
        <p:nvSpPr>
          <p:cNvPr id="3" name="Subtitle 2">
            <a:extLst>
              <a:ext uri="{FF2B5EF4-FFF2-40B4-BE49-F238E27FC236}">
                <a16:creationId xmlns:a16="http://schemas.microsoft.com/office/drawing/2014/main" id="{F02EB769-23A0-B2D4-0512-23CC2FE76FE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G"/>
          </a:p>
        </p:txBody>
      </p:sp>
      <p:sp>
        <p:nvSpPr>
          <p:cNvPr id="4" name="Date Placeholder 3">
            <a:extLst>
              <a:ext uri="{FF2B5EF4-FFF2-40B4-BE49-F238E27FC236}">
                <a16:creationId xmlns:a16="http://schemas.microsoft.com/office/drawing/2014/main" id="{F678E0DB-8792-3AF9-4576-C86666A6B320}"/>
              </a:ext>
            </a:extLst>
          </p:cNvPr>
          <p:cNvSpPr>
            <a:spLocks noGrp="1"/>
          </p:cNvSpPr>
          <p:nvPr>
            <p:ph type="dt" sz="half" idx="10"/>
          </p:nvPr>
        </p:nvSpPr>
        <p:spPr/>
        <p:txBody>
          <a:bodyPr/>
          <a:lstStyle/>
          <a:p>
            <a:fld id="{DB028048-C01B-4E30-BAA4-D62AB50980D8}" type="datetime1">
              <a:rPr lang="en-US" smtClean="0"/>
              <a:t>5/5/2026</a:t>
            </a:fld>
            <a:endParaRPr lang="en-US"/>
          </a:p>
        </p:txBody>
      </p:sp>
      <p:sp>
        <p:nvSpPr>
          <p:cNvPr id="5" name="Footer Placeholder 4">
            <a:extLst>
              <a:ext uri="{FF2B5EF4-FFF2-40B4-BE49-F238E27FC236}">
                <a16:creationId xmlns:a16="http://schemas.microsoft.com/office/drawing/2014/main" id="{01FCE696-3EF9-4311-B2D6-CBA5AD2E61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71E778-79DA-D056-9C24-DBA40B174411}"/>
              </a:ext>
            </a:extLst>
          </p:cNvPr>
          <p:cNvSpPr>
            <a:spLocks noGrp="1"/>
          </p:cNvSpPr>
          <p:nvPr>
            <p:ph type="sldNum" sz="quarter" idx="12"/>
          </p:nvPr>
        </p:nvSpPr>
        <p:spPr/>
        <p:txBody>
          <a:bodyPr/>
          <a:lstStyle/>
          <a:p>
            <a:fld id="{59198F8E-9E1E-4209-934C-4DCBBC18FC64}" type="slidenum">
              <a:rPr lang="en-US" smtClean="0"/>
              <a:t>‹#›</a:t>
            </a:fld>
            <a:endParaRPr lang="en-US"/>
          </a:p>
        </p:txBody>
      </p:sp>
    </p:spTree>
    <p:extLst>
      <p:ext uri="{BB962C8B-B14F-4D97-AF65-F5344CB8AC3E}">
        <p14:creationId xmlns:p14="http://schemas.microsoft.com/office/powerpoint/2010/main" val="1966966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31E42-95DD-2CEC-CA46-AE91C7E8DB39}"/>
              </a:ext>
            </a:extLst>
          </p:cNvPr>
          <p:cNvSpPr>
            <a:spLocks noGrp="1"/>
          </p:cNvSpPr>
          <p:nvPr>
            <p:ph type="title"/>
          </p:nvPr>
        </p:nvSpPr>
        <p:spPr/>
        <p:txBody>
          <a:bodyPr/>
          <a:lstStyle/>
          <a:p>
            <a:r>
              <a:rPr lang="en-US"/>
              <a:t>Click to edit Master title style</a:t>
            </a:r>
            <a:endParaRPr lang="en-UG"/>
          </a:p>
        </p:txBody>
      </p:sp>
      <p:sp>
        <p:nvSpPr>
          <p:cNvPr id="3" name="Content Placeholder 2">
            <a:extLst>
              <a:ext uri="{FF2B5EF4-FFF2-40B4-BE49-F238E27FC236}">
                <a16:creationId xmlns:a16="http://schemas.microsoft.com/office/drawing/2014/main" id="{DEE2B69E-C19A-5054-8BAF-1E80E5A4557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4" name="Date Placeholder 3">
            <a:extLst>
              <a:ext uri="{FF2B5EF4-FFF2-40B4-BE49-F238E27FC236}">
                <a16:creationId xmlns:a16="http://schemas.microsoft.com/office/drawing/2014/main" id="{964B44D1-4129-7ED1-1D80-7FB1E8E55AEE}"/>
              </a:ext>
            </a:extLst>
          </p:cNvPr>
          <p:cNvSpPr>
            <a:spLocks noGrp="1"/>
          </p:cNvSpPr>
          <p:nvPr>
            <p:ph type="dt" sz="half" idx="10"/>
          </p:nvPr>
        </p:nvSpPr>
        <p:spPr/>
        <p:txBody>
          <a:bodyPr/>
          <a:lstStyle/>
          <a:p>
            <a:fld id="{778920C1-5AB1-4070-BEEF-95009E42BE17}" type="datetime1">
              <a:rPr lang="en-US" smtClean="0"/>
              <a:t>5/5/2026</a:t>
            </a:fld>
            <a:endParaRPr lang="en-US"/>
          </a:p>
        </p:txBody>
      </p:sp>
      <p:sp>
        <p:nvSpPr>
          <p:cNvPr id="5" name="Footer Placeholder 4">
            <a:extLst>
              <a:ext uri="{FF2B5EF4-FFF2-40B4-BE49-F238E27FC236}">
                <a16:creationId xmlns:a16="http://schemas.microsoft.com/office/drawing/2014/main" id="{45568B94-38BC-A93A-56E6-044A7969CD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3EF565-090F-62D8-3AF2-32607F443186}"/>
              </a:ext>
            </a:extLst>
          </p:cNvPr>
          <p:cNvSpPr>
            <a:spLocks noGrp="1"/>
          </p:cNvSpPr>
          <p:nvPr>
            <p:ph type="sldNum" sz="quarter" idx="12"/>
          </p:nvPr>
        </p:nvSpPr>
        <p:spPr/>
        <p:txBody>
          <a:bodyPr/>
          <a:lstStyle/>
          <a:p>
            <a:fld id="{59198F8E-9E1E-4209-934C-4DCBBC18FC64}" type="slidenum">
              <a:rPr lang="en-US" smtClean="0"/>
              <a:t>‹#›</a:t>
            </a:fld>
            <a:endParaRPr lang="en-US"/>
          </a:p>
        </p:txBody>
      </p:sp>
    </p:spTree>
    <p:extLst>
      <p:ext uri="{BB962C8B-B14F-4D97-AF65-F5344CB8AC3E}">
        <p14:creationId xmlns:p14="http://schemas.microsoft.com/office/powerpoint/2010/main" val="15598991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11437-4719-7281-8831-F1244953E8C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G"/>
          </a:p>
        </p:txBody>
      </p:sp>
      <p:sp>
        <p:nvSpPr>
          <p:cNvPr id="3" name="Text Placeholder 2">
            <a:extLst>
              <a:ext uri="{FF2B5EF4-FFF2-40B4-BE49-F238E27FC236}">
                <a16:creationId xmlns:a16="http://schemas.microsoft.com/office/drawing/2014/main" id="{172407D3-73FC-7A84-7090-78A51D8E68B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0D599B-BC91-34D4-6AC8-A1AEB6FF48F1}"/>
              </a:ext>
            </a:extLst>
          </p:cNvPr>
          <p:cNvSpPr>
            <a:spLocks noGrp="1"/>
          </p:cNvSpPr>
          <p:nvPr>
            <p:ph type="dt" sz="half" idx="10"/>
          </p:nvPr>
        </p:nvSpPr>
        <p:spPr/>
        <p:txBody>
          <a:bodyPr/>
          <a:lstStyle/>
          <a:p>
            <a:fld id="{D2E95C9B-7A64-487C-8BC4-AFEBD4816394}" type="datetime1">
              <a:rPr lang="en-US" smtClean="0"/>
              <a:t>5/5/2026</a:t>
            </a:fld>
            <a:endParaRPr lang="en-US"/>
          </a:p>
        </p:txBody>
      </p:sp>
      <p:sp>
        <p:nvSpPr>
          <p:cNvPr id="5" name="Footer Placeholder 4">
            <a:extLst>
              <a:ext uri="{FF2B5EF4-FFF2-40B4-BE49-F238E27FC236}">
                <a16:creationId xmlns:a16="http://schemas.microsoft.com/office/drawing/2014/main" id="{7C84A7A2-B65A-4DA2-4E92-E2EBC349EF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9C984D-A674-6ABA-C9FE-9EC3ED3A6A2F}"/>
              </a:ext>
            </a:extLst>
          </p:cNvPr>
          <p:cNvSpPr>
            <a:spLocks noGrp="1"/>
          </p:cNvSpPr>
          <p:nvPr>
            <p:ph type="sldNum" sz="quarter" idx="12"/>
          </p:nvPr>
        </p:nvSpPr>
        <p:spPr/>
        <p:txBody>
          <a:bodyPr/>
          <a:lstStyle/>
          <a:p>
            <a:fld id="{59198F8E-9E1E-4209-934C-4DCBBC18FC64}" type="slidenum">
              <a:rPr lang="en-US" smtClean="0"/>
              <a:t>‹#›</a:t>
            </a:fld>
            <a:endParaRPr lang="en-US"/>
          </a:p>
        </p:txBody>
      </p:sp>
    </p:spTree>
    <p:extLst>
      <p:ext uri="{BB962C8B-B14F-4D97-AF65-F5344CB8AC3E}">
        <p14:creationId xmlns:p14="http://schemas.microsoft.com/office/powerpoint/2010/main" val="3041314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A19E8-A616-75E0-0B85-86D136D0E39A}"/>
              </a:ext>
            </a:extLst>
          </p:cNvPr>
          <p:cNvSpPr>
            <a:spLocks noGrp="1"/>
          </p:cNvSpPr>
          <p:nvPr>
            <p:ph type="title"/>
          </p:nvPr>
        </p:nvSpPr>
        <p:spPr/>
        <p:txBody>
          <a:bodyPr/>
          <a:lstStyle/>
          <a:p>
            <a:r>
              <a:rPr lang="en-US"/>
              <a:t>Click to edit Master title style</a:t>
            </a:r>
            <a:endParaRPr lang="en-UG"/>
          </a:p>
        </p:txBody>
      </p:sp>
      <p:sp>
        <p:nvSpPr>
          <p:cNvPr id="3" name="Content Placeholder 2">
            <a:extLst>
              <a:ext uri="{FF2B5EF4-FFF2-40B4-BE49-F238E27FC236}">
                <a16:creationId xmlns:a16="http://schemas.microsoft.com/office/drawing/2014/main" id="{47726AC0-E49F-1FEB-C26C-7689FB3A46A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4" name="Content Placeholder 3">
            <a:extLst>
              <a:ext uri="{FF2B5EF4-FFF2-40B4-BE49-F238E27FC236}">
                <a16:creationId xmlns:a16="http://schemas.microsoft.com/office/drawing/2014/main" id="{22730ED0-83FB-BA83-552C-95E708EEA73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5" name="Date Placeholder 4">
            <a:extLst>
              <a:ext uri="{FF2B5EF4-FFF2-40B4-BE49-F238E27FC236}">
                <a16:creationId xmlns:a16="http://schemas.microsoft.com/office/drawing/2014/main" id="{942A05FC-3169-F48D-C172-F17955446FD5}"/>
              </a:ext>
            </a:extLst>
          </p:cNvPr>
          <p:cNvSpPr>
            <a:spLocks noGrp="1"/>
          </p:cNvSpPr>
          <p:nvPr>
            <p:ph type="dt" sz="half" idx="10"/>
          </p:nvPr>
        </p:nvSpPr>
        <p:spPr/>
        <p:txBody>
          <a:bodyPr/>
          <a:lstStyle/>
          <a:p>
            <a:fld id="{934DEE22-D02F-41EB-97FB-92F95573431E}" type="datetime1">
              <a:rPr lang="en-US" smtClean="0"/>
              <a:t>5/5/2026</a:t>
            </a:fld>
            <a:endParaRPr lang="en-US"/>
          </a:p>
        </p:txBody>
      </p:sp>
      <p:sp>
        <p:nvSpPr>
          <p:cNvPr id="6" name="Footer Placeholder 5">
            <a:extLst>
              <a:ext uri="{FF2B5EF4-FFF2-40B4-BE49-F238E27FC236}">
                <a16:creationId xmlns:a16="http://schemas.microsoft.com/office/drawing/2014/main" id="{6D59FB13-0924-0A8E-B909-98EFDE1165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1F128C-1520-0872-32FB-E8E5FF2F7188}"/>
              </a:ext>
            </a:extLst>
          </p:cNvPr>
          <p:cNvSpPr>
            <a:spLocks noGrp="1"/>
          </p:cNvSpPr>
          <p:nvPr>
            <p:ph type="sldNum" sz="quarter" idx="12"/>
          </p:nvPr>
        </p:nvSpPr>
        <p:spPr/>
        <p:txBody>
          <a:bodyPr/>
          <a:lstStyle/>
          <a:p>
            <a:fld id="{59198F8E-9E1E-4209-934C-4DCBBC18FC64}" type="slidenum">
              <a:rPr lang="en-US" smtClean="0"/>
              <a:t>‹#›</a:t>
            </a:fld>
            <a:endParaRPr lang="en-US"/>
          </a:p>
        </p:txBody>
      </p:sp>
    </p:spTree>
    <p:extLst>
      <p:ext uri="{BB962C8B-B14F-4D97-AF65-F5344CB8AC3E}">
        <p14:creationId xmlns:p14="http://schemas.microsoft.com/office/powerpoint/2010/main" val="3918907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BAF56-D6BE-6901-7DBA-6B1D67663C5F}"/>
              </a:ext>
            </a:extLst>
          </p:cNvPr>
          <p:cNvSpPr>
            <a:spLocks noGrp="1"/>
          </p:cNvSpPr>
          <p:nvPr>
            <p:ph type="title"/>
          </p:nvPr>
        </p:nvSpPr>
        <p:spPr>
          <a:xfrm>
            <a:off x="839788" y="365125"/>
            <a:ext cx="10515600" cy="1325563"/>
          </a:xfrm>
        </p:spPr>
        <p:txBody>
          <a:bodyPr/>
          <a:lstStyle/>
          <a:p>
            <a:r>
              <a:rPr lang="en-US"/>
              <a:t>Click to edit Master title style</a:t>
            </a:r>
            <a:endParaRPr lang="en-UG"/>
          </a:p>
        </p:txBody>
      </p:sp>
      <p:sp>
        <p:nvSpPr>
          <p:cNvPr id="3" name="Text Placeholder 2">
            <a:extLst>
              <a:ext uri="{FF2B5EF4-FFF2-40B4-BE49-F238E27FC236}">
                <a16:creationId xmlns:a16="http://schemas.microsoft.com/office/drawing/2014/main" id="{4689A1C7-A68B-056C-9C3D-0C567FB4E6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9F49714-EC15-262D-08B4-2CFA38A402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5" name="Text Placeholder 4">
            <a:extLst>
              <a:ext uri="{FF2B5EF4-FFF2-40B4-BE49-F238E27FC236}">
                <a16:creationId xmlns:a16="http://schemas.microsoft.com/office/drawing/2014/main" id="{DC07DA25-C575-F994-5563-D492046684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490CDB9-550F-4E35-285F-48529EED943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7" name="Date Placeholder 6">
            <a:extLst>
              <a:ext uri="{FF2B5EF4-FFF2-40B4-BE49-F238E27FC236}">
                <a16:creationId xmlns:a16="http://schemas.microsoft.com/office/drawing/2014/main" id="{D3AD0756-8FC6-0B72-1590-FE88172906D4}"/>
              </a:ext>
            </a:extLst>
          </p:cNvPr>
          <p:cNvSpPr>
            <a:spLocks noGrp="1"/>
          </p:cNvSpPr>
          <p:nvPr>
            <p:ph type="dt" sz="half" idx="10"/>
          </p:nvPr>
        </p:nvSpPr>
        <p:spPr/>
        <p:txBody>
          <a:bodyPr/>
          <a:lstStyle/>
          <a:p>
            <a:fld id="{E471BDEB-85EF-45A0-B194-38BD2C3092F4}" type="datetime1">
              <a:rPr lang="en-US" smtClean="0"/>
              <a:t>5/5/2026</a:t>
            </a:fld>
            <a:endParaRPr lang="en-US"/>
          </a:p>
        </p:txBody>
      </p:sp>
      <p:sp>
        <p:nvSpPr>
          <p:cNvPr id="8" name="Footer Placeholder 7">
            <a:extLst>
              <a:ext uri="{FF2B5EF4-FFF2-40B4-BE49-F238E27FC236}">
                <a16:creationId xmlns:a16="http://schemas.microsoft.com/office/drawing/2014/main" id="{16592221-D2FC-3D32-1D66-27308F84A5D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46004FC-8C69-A7AB-4001-9B1439A51579}"/>
              </a:ext>
            </a:extLst>
          </p:cNvPr>
          <p:cNvSpPr>
            <a:spLocks noGrp="1"/>
          </p:cNvSpPr>
          <p:nvPr>
            <p:ph type="sldNum" sz="quarter" idx="12"/>
          </p:nvPr>
        </p:nvSpPr>
        <p:spPr/>
        <p:txBody>
          <a:bodyPr/>
          <a:lstStyle/>
          <a:p>
            <a:fld id="{59198F8E-9E1E-4209-934C-4DCBBC18FC64}" type="slidenum">
              <a:rPr lang="en-US" smtClean="0"/>
              <a:t>‹#›</a:t>
            </a:fld>
            <a:endParaRPr lang="en-US"/>
          </a:p>
        </p:txBody>
      </p:sp>
    </p:spTree>
    <p:extLst>
      <p:ext uri="{BB962C8B-B14F-4D97-AF65-F5344CB8AC3E}">
        <p14:creationId xmlns:p14="http://schemas.microsoft.com/office/powerpoint/2010/main" val="9297213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CEE9C-73EB-1BE2-6B95-432D8E4170B6}"/>
              </a:ext>
            </a:extLst>
          </p:cNvPr>
          <p:cNvSpPr>
            <a:spLocks noGrp="1"/>
          </p:cNvSpPr>
          <p:nvPr>
            <p:ph type="title"/>
          </p:nvPr>
        </p:nvSpPr>
        <p:spPr/>
        <p:txBody>
          <a:bodyPr/>
          <a:lstStyle/>
          <a:p>
            <a:r>
              <a:rPr lang="en-US"/>
              <a:t>Click to edit Master title style</a:t>
            </a:r>
            <a:endParaRPr lang="en-UG"/>
          </a:p>
        </p:txBody>
      </p:sp>
      <p:sp>
        <p:nvSpPr>
          <p:cNvPr id="3" name="Date Placeholder 2">
            <a:extLst>
              <a:ext uri="{FF2B5EF4-FFF2-40B4-BE49-F238E27FC236}">
                <a16:creationId xmlns:a16="http://schemas.microsoft.com/office/drawing/2014/main" id="{2AD9F4C2-B953-6D2B-45FA-64702E349E60}"/>
              </a:ext>
            </a:extLst>
          </p:cNvPr>
          <p:cNvSpPr>
            <a:spLocks noGrp="1"/>
          </p:cNvSpPr>
          <p:nvPr>
            <p:ph type="dt" sz="half" idx="10"/>
          </p:nvPr>
        </p:nvSpPr>
        <p:spPr/>
        <p:txBody>
          <a:bodyPr/>
          <a:lstStyle/>
          <a:p>
            <a:fld id="{E306A603-0E4D-4234-945C-785FD74AEF01}" type="datetime1">
              <a:rPr lang="en-US" smtClean="0"/>
              <a:t>5/5/2026</a:t>
            </a:fld>
            <a:endParaRPr lang="en-US"/>
          </a:p>
        </p:txBody>
      </p:sp>
      <p:sp>
        <p:nvSpPr>
          <p:cNvPr id="4" name="Footer Placeholder 3">
            <a:extLst>
              <a:ext uri="{FF2B5EF4-FFF2-40B4-BE49-F238E27FC236}">
                <a16:creationId xmlns:a16="http://schemas.microsoft.com/office/drawing/2014/main" id="{A3150D08-2944-5B0F-2DE0-01071D9678B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C9221D-1EDE-6543-AD47-827E8CCFA10B}"/>
              </a:ext>
            </a:extLst>
          </p:cNvPr>
          <p:cNvSpPr>
            <a:spLocks noGrp="1"/>
          </p:cNvSpPr>
          <p:nvPr>
            <p:ph type="sldNum" sz="quarter" idx="12"/>
          </p:nvPr>
        </p:nvSpPr>
        <p:spPr/>
        <p:txBody>
          <a:bodyPr/>
          <a:lstStyle/>
          <a:p>
            <a:fld id="{59198F8E-9E1E-4209-934C-4DCBBC18FC64}" type="slidenum">
              <a:rPr lang="en-US" smtClean="0"/>
              <a:t>‹#›</a:t>
            </a:fld>
            <a:endParaRPr lang="en-US"/>
          </a:p>
        </p:txBody>
      </p:sp>
    </p:spTree>
    <p:extLst>
      <p:ext uri="{BB962C8B-B14F-4D97-AF65-F5344CB8AC3E}">
        <p14:creationId xmlns:p14="http://schemas.microsoft.com/office/powerpoint/2010/main" val="11579371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DF5292-2AC9-BFD9-201A-A5CAC2232E0E}"/>
              </a:ext>
            </a:extLst>
          </p:cNvPr>
          <p:cNvSpPr>
            <a:spLocks noGrp="1"/>
          </p:cNvSpPr>
          <p:nvPr>
            <p:ph type="dt" sz="half" idx="10"/>
          </p:nvPr>
        </p:nvSpPr>
        <p:spPr/>
        <p:txBody>
          <a:bodyPr/>
          <a:lstStyle/>
          <a:p>
            <a:fld id="{9771451B-EA9D-4202-A93F-DE4385FA30AC}" type="datetime1">
              <a:rPr lang="en-US" smtClean="0"/>
              <a:t>5/5/2026</a:t>
            </a:fld>
            <a:endParaRPr lang="en-US"/>
          </a:p>
        </p:txBody>
      </p:sp>
      <p:sp>
        <p:nvSpPr>
          <p:cNvPr id="3" name="Footer Placeholder 2">
            <a:extLst>
              <a:ext uri="{FF2B5EF4-FFF2-40B4-BE49-F238E27FC236}">
                <a16:creationId xmlns:a16="http://schemas.microsoft.com/office/drawing/2014/main" id="{DDD46A7A-2F89-E0CC-7FB7-645E5D4BC45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A691891-6D4F-7295-FBCB-D01899075822}"/>
              </a:ext>
            </a:extLst>
          </p:cNvPr>
          <p:cNvSpPr>
            <a:spLocks noGrp="1"/>
          </p:cNvSpPr>
          <p:nvPr>
            <p:ph type="sldNum" sz="quarter" idx="12"/>
          </p:nvPr>
        </p:nvSpPr>
        <p:spPr/>
        <p:txBody>
          <a:bodyPr/>
          <a:lstStyle/>
          <a:p>
            <a:fld id="{59198F8E-9E1E-4209-934C-4DCBBC18FC64}" type="slidenum">
              <a:rPr lang="en-US" smtClean="0"/>
              <a:t>‹#›</a:t>
            </a:fld>
            <a:endParaRPr lang="en-US"/>
          </a:p>
        </p:txBody>
      </p:sp>
    </p:spTree>
    <p:extLst>
      <p:ext uri="{BB962C8B-B14F-4D97-AF65-F5344CB8AC3E}">
        <p14:creationId xmlns:p14="http://schemas.microsoft.com/office/powerpoint/2010/main" val="1495810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A6115-507B-6298-058E-ADD322E8C7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G"/>
          </a:p>
        </p:txBody>
      </p:sp>
      <p:sp>
        <p:nvSpPr>
          <p:cNvPr id="3" name="Content Placeholder 2">
            <a:extLst>
              <a:ext uri="{FF2B5EF4-FFF2-40B4-BE49-F238E27FC236}">
                <a16:creationId xmlns:a16="http://schemas.microsoft.com/office/drawing/2014/main" id="{4180F884-AE80-9447-3846-D14254D787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4" name="Text Placeholder 3">
            <a:extLst>
              <a:ext uri="{FF2B5EF4-FFF2-40B4-BE49-F238E27FC236}">
                <a16:creationId xmlns:a16="http://schemas.microsoft.com/office/drawing/2014/main" id="{ED9938C9-0BF0-3441-51FE-FEF329F3C7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3555A2-1E7E-3480-39F0-91631402C8D6}"/>
              </a:ext>
            </a:extLst>
          </p:cNvPr>
          <p:cNvSpPr>
            <a:spLocks noGrp="1"/>
          </p:cNvSpPr>
          <p:nvPr>
            <p:ph type="dt" sz="half" idx="10"/>
          </p:nvPr>
        </p:nvSpPr>
        <p:spPr/>
        <p:txBody>
          <a:bodyPr/>
          <a:lstStyle/>
          <a:p>
            <a:fld id="{83A39A91-E71C-47B9-8855-A45D876A778D}" type="datetime1">
              <a:rPr lang="en-US" smtClean="0"/>
              <a:t>5/5/2026</a:t>
            </a:fld>
            <a:endParaRPr lang="en-US"/>
          </a:p>
        </p:txBody>
      </p:sp>
      <p:sp>
        <p:nvSpPr>
          <p:cNvPr id="6" name="Footer Placeholder 5">
            <a:extLst>
              <a:ext uri="{FF2B5EF4-FFF2-40B4-BE49-F238E27FC236}">
                <a16:creationId xmlns:a16="http://schemas.microsoft.com/office/drawing/2014/main" id="{3C319EE5-5795-C7DE-6035-79A99CA363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319001-78B2-ADDF-AF2F-1602F62E0290}"/>
              </a:ext>
            </a:extLst>
          </p:cNvPr>
          <p:cNvSpPr>
            <a:spLocks noGrp="1"/>
          </p:cNvSpPr>
          <p:nvPr>
            <p:ph type="sldNum" sz="quarter" idx="12"/>
          </p:nvPr>
        </p:nvSpPr>
        <p:spPr/>
        <p:txBody>
          <a:bodyPr/>
          <a:lstStyle/>
          <a:p>
            <a:fld id="{59198F8E-9E1E-4209-934C-4DCBBC18FC64}" type="slidenum">
              <a:rPr lang="en-US" smtClean="0"/>
              <a:t>‹#›</a:t>
            </a:fld>
            <a:endParaRPr lang="en-US"/>
          </a:p>
        </p:txBody>
      </p:sp>
    </p:spTree>
    <p:extLst>
      <p:ext uri="{BB962C8B-B14F-4D97-AF65-F5344CB8AC3E}">
        <p14:creationId xmlns:p14="http://schemas.microsoft.com/office/powerpoint/2010/main" val="35620905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BCA96-6DB4-09DF-2897-60D22EF3C4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G"/>
          </a:p>
        </p:txBody>
      </p:sp>
      <p:sp>
        <p:nvSpPr>
          <p:cNvPr id="3" name="Picture Placeholder 2">
            <a:extLst>
              <a:ext uri="{FF2B5EF4-FFF2-40B4-BE49-F238E27FC236}">
                <a16:creationId xmlns:a16="http://schemas.microsoft.com/office/drawing/2014/main" id="{C7B8EE60-0FA5-4A70-491A-55DE90232F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G"/>
          </a:p>
        </p:txBody>
      </p:sp>
      <p:sp>
        <p:nvSpPr>
          <p:cNvPr id="4" name="Text Placeholder 3">
            <a:extLst>
              <a:ext uri="{FF2B5EF4-FFF2-40B4-BE49-F238E27FC236}">
                <a16:creationId xmlns:a16="http://schemas.microsoft.com/office/drawing/2014/main" id="{0C9235BE-4A21-7130-F49F-A39AF0F3F5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E3E327-E6EC-1CEA-1394-319DA10CD99F}"/>
              </a:ext>
            </a:extLst>
          </p:cNvPr>
          <p:cNvSpPr>
            <a:spLocks noGrp="1"/>
          </p:cNvSpPr>
          <p:nvPr>
            <p:ph type="dt" sz="half" idx="10"/>
          </p:nvPr>
        </p:nvSpPr>
        <p:spPr/>
        <p:txBody>
          <a:bodyPr/>
          <a:lstStyle/>
          <a:p>
            <a:fld id="{D8A2FC82-FD17-49DA-88F5-7B3BFB541CBC}" type="datetime1">
              <a:rPr lang="en-US" smtClean="0"/>
              <a:t>5/5/2026</a:t>
            </a:fld>
            <a:endParaRPr lang="en-US"/>
          </a:p>
        </p:txBody>
      </p:sp>
      <p:sp>
        <p:nvSpPr>
          <p:cNvPr id="6" name="Footer Placeholder 5">
            <a:extLst>
              <a:ext uri="{FF2B5EF4-FFF2-40B4-BE49-F238E27FC236}">
                <a16:creationId xmlns:a16="http://schemas.microsoft.com/office/drawing/2014/main" id="{C589BEFD-74CA-794D-1303-85BA85C819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D3E2BA-6160-64CA-49B5-24929E83B47C}"/>
              </a:ext>
            </a:extLst>
          </p:cNvPr>
          <p:cNvSpPr>
            <a:spLocks noGrp="1"/>
          </p:cNvSpPr>
          <p:nvPr>
            <p:ph type="sldNum" sz="quarter" idx="12"/>
          </p:nvPr>
        </p:nvSpPr>
        <p:spPr/>
        <p:txBody>
          <a:bodyPr/>
          <a:lstStyle/>
          <a:p>
            <a:fld id="{59198F8E-9E1E-4209-934C-4DCBBC18FC64}" type="slidenum">
              <a:rPr lang="en-US" smtClean="0"/>
              <a:t>‹#›</a:t>
            </a:fld>
            <a:endParaRPr lang="en-US"/>
          </a:p>
        </p:txBody>
      </p:sp>
    </p:spTree>
    <p:extLst>
      <p:ext uri="{BB962C8B-B14F-4D97-AF65-F5344CB8AC3E}">
        <p14:creationId xmlns:p14="http://schemas.microsoft.com/office/powerpoint/2010/main" val="35340859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E0118-E110-7C70-B832-83D73E92F4A0}"/>
              </a:ext>
            </a:extLst>
          </p:cNvPr>
          <p:cNvSpPr>
            <a:spLocks noGrp="1"/>
          </p:cNvSpPr>
          <p:nvPr>
            <p:ph type="title"/>
          </p:nvPr>
        </p:nvSpPr>
        <p:spPr/>
        <p:txBody>
          <a:bodyPr/>
          <a:lstStyle/>
          <a:p>
            <a:r>
              <a:rPr lang="en-US"/>
              <a:t>Click to edit Master title style</a:t>
            </a:r>
            <a:endParaRPr lang="en-UG"/>
          </a:p>
        </p:txBody>
      </p:sp>
      <p:sp>
        <p:nvSpPr>
          <p:cNvPr id="3" name="Vertical Text Placeholder 2">
            <a:extLst>
              <a:ext uri="{FF2B5EF4-FFF2-40B4-BE49-F238E27FC236}">
                <a16:creationId xmlns:a16="http://schemas.microsoft.com/office/drawing/2014/main" id="{A4E05451-57D6-337B-7FE9-06E09F4796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4" name="Date Placeholder 3">
            <a:extLst>
              <a:ext uri="{FF2B5EF4-FFF2-40B4-BE49-F238E27FC236}">
                <a16:creationId xmlns:a16="http://schemas.microsoft.com/office/drawing/2014/main" id="{22B450C3-9240-ACB0-4BD1-DAF7E364BAD1}"/>
              </a:ext>
            </a:extLst>
          </p:cNvPr>
          <p:cNvSpPr>
            <a:spLocks noGrp="1"/>
          </p:cNvSpPr>
          <p:nvPr>
            <p:ph type="dt" sz="half" idx="10"/>
          </p:nvPr>
        </p:nvSpPr>
        <p:spPr/>
        <p:txBody>
          <a:bodyPr/>
          <a:lstStyle/>
          <a:p>
            <a:fld id="{239B2D7F-D5C3-40AF-84B7-8F7822A27A4D}" type="datetime1">
              <a:rPr lang="en-US" smtClean="0"/>
              <a:t>5/5/2026</a:t>
            </a:fld>
            <a:endParaRPr lang="en-US"/>
          </a:p>
        </p:txBody>
      </p:sp>
      <p:sp>
        <p:nvSpPr>
          <p:cNvPr id="5" name="Footer Placeholder 4">
            <a:extLst>
              <a:ext uri="{FF2B5EF4-FFF2-40B4-BE49-F238E27FC236}">
                <a16:creationId xmlns:a16="http://schemas.microsoft.com/office/drawing/2014/main" id="{4A46B7B6-A7F5-A307-2136-95DE756696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1FEEFA-9250-52CB-6D7F-5A25094F7CB6}"/>
              </a:ext>
            </a:extLst>
          </p:cNvPr>
          <p:cNvSpPr>
            <a:spLocks noGrp="1"/>
          </p:cNvSpPr>
          <p:nvPr>
            <p:ph type="sldNum" sz="quarter" idx="12"/>
          </p:nvPr>
        </p:nvSpPr>
        <p:spPr/>
        <p:txBody>
          <a:bodyPr/>
          <a:lstStyle/>
          <a:p>
            <a:fld id="{59198F8E-9E1E-4209-934C-4DCBBC18FC64}" type="slidenum">
              <a:rPr lang="en-US" smtClean="0"/>
              <a:t>‹#›</a:t>
            </a:fld>
            <a:endParaRPr lang="en-US"/>
          </a:p>
        </p:txBody>
      </p:sp>
    </p:spTree>
    <p:extLst>
      <p:ext uri="{BB962C8B-B14F-4D97-AF65-F5344CB8AC3E}">
        <p14:creationId xmlns:p14="http://schemas.microsoft.com/office/powerpoint/2010/main" val="34636695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2915A1-C98A-9E85-6733-027F536C6DB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G"/>
          </a:p>
        </p:txBody>
      </p:sp>
      <p:sp>
        <p:nvSpPr>
          <p:cNvPr id="3" name="Vertical Text Placeholder 2">
            <a:extLst>
              <a:ext uri="{FF2B5EF4-FFF2-40B4-BE49-F238E27FC236}">
                <a16:creationId xmlns:a16="http://schemas.microsoft.com/office/drawing/2014/main" id="{5E59D031-BC71-A019-C485-25E738788D4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4" name="Date Placeholder 3">
            <a:extLst>
              <a:ext uri="{FF2B5EF4-FFF2-40B4-BE49-F238E27FC236}">
                <a16:creationId xmlns:a16="http://schemas.microsoft.com/office/drawing/2014/main" id="{613ACC42-EC26-9A9B-9E55-43CBAFE02EF2}"/>
              </a:ext>
            </a:extLst>
          </p:cNvPr>
          <p:cNvSpPr>
            <a:spLocks noGrp="1"/>
          </p:cNvSpPr>
          <p:nvPr>
            <p:ph type="dt" sz="half" idx="10"/>
          </p:nvPr>
        </p:nvSpPr>
        <p:spPr/>
        <p:txBody>
          <a:bodyPr/>
          <a:lstStyle/>
          <a:p>
            <a:fld id="{77522650-62FC-4CFE-B42D-B96D790865C4}" type="datetime1">
              <a:rPr lang="en-US" smtClean="0"/>
              <a:t>5/5/2026</a:t>
            </a:fld>
            <a:endParaRPr lang="en-US"/>
          </a:p>
        </p:txBody>
      </p:sp>
      <p:sp>
        <p:nvSpPr>
          <p:cNvPr id="5" name="Footer Placeholder 4">
            <a:extLst>
              <a:ext uri="{FF2B5EF4-FFF2-40B4-BE49-F238E27FC236}">
                <a16:creationId xmlns:a16="http://schemas.microsoft.com/office/drawing/2014/main" id="{BF6C44FA-F447-69B1-D2BE-97D7FADB45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FD956E-D424-4567-C712-541473A3F7C9}"/>
              </a:ext>
            </a:extLst>
          </p:cNvPr>
          <p:cNvSpPr>
            <a:spLocks noGrp="1"/>
          </p:cNvSpPr>
          <p:nvPr>
            <p:ph type="sldNum" sz="quarter" idx="12"/>
          </p:nvPr>
        </p:nvSpPr>
        <p:spPr/>
        <p:txBody>
          <a:bodyPr/>
          <a:lstStyle/>
          <a:p>
            <a:fld id="{59198F8E-9E1E-4209-934C-4DCBBC18FC64}" type="slidenum">
              <a:rPr lang="en-US" smtClean="0"/>
              <a:t>‹#›</a:t>
            </a:fld>
            <a:endParaRPr lang="en-US"/>
          </a:p>
        </p:txBody>
      </p:sp>
    </p:spTree>
    <p:extLst>
      <p:ext uri="{BB962C8B-B14F-4D97-AF65-F5344CB8AC3E}">
        <p14:creationId xmlns:p14="http://schemas.microsoft.com/office/powerpoint/2010/main" val="24648607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49AFEB-A7FB-F1D6-EA40-630CEAD962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G"/>
          </a:p>
        </p:txBody>
      </p:sp>
      <p:sp>
        <p:nvSpPr>
          <p:cNvPr id="3" name="Text Placeholder 2">
            <a:extLst>
              <a:ext uri="{FF2B5EF4-FFF2-40B4-BE49-F238E27FC236}">
                <a16:creationId xmlns:a16="http://schemas.microsoft.com/office/drawing/2014/main" id="{D4510ADB-0677-6433-A8D9-903613AB47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4" name="Date Placeholder 3">
            <a:extLst>
              <a:ext uri="{FF2B5EF4-FFF2-40B4-BE49-F238E27FC236}">
                <a16:creationId xmlns:a16="http://schemas.microsoft.com/office/drawing/2014/main" id="{7C4B02ED-BF76-FCF5-189B-BBCECE79E0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D64FBA-4B5F-4D9E-9B13-F88331ABFB0B}" type="datetime1">
              <a:rPr lang="en-US" smtClean="0"/>
              <a:t>5/5/2026</a:t>
            </a:fld>
            <a:endParaRPr lang="en-US"/>
          </a:p>
        </p:txBody>
      </p:sp>
      <p:sp>
        <p:nvSpPr>
          <p:cNvPr id="5" name="Footer Placeholder 4">
            <a:extLst>
              <a:ext uri="{FF2B5EF4-FFF2-40B4-BE49-F238E27FC236}">
                <a16:creationId xmlns:a16="http://schemas.microsoft.com/office/drawing/2014/main" id="{36929ACC-D14F-D2E3-550B-EAA5EA74B37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4A9DBD3-6C41-32EE-C60A-8C54D40550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198F8E-9E1E-4209-934C-4DCBBC18FC64}" type="slidenum">
              <a:rPr lang="en-US" smtClean="0"/>
              <a:t>‹#›</a:t>
            </a:fld>
            <a:endParaRPr lang="en-US"/>
          </a:p>
        </p:txBody>
      </p:sp>
    </p:spTree>
    <p:extLst>
      <p:ext uri="{BB962C8B-B14F-4D97-AF65-F5344CB8AC3E}">
        <p14:creationId xmlns:p14="http://schemas.microsoft.com/office/powerpoint/2010/main" val="314310388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7"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3.png"/><Relationship Id="rId5" Type="http://schemas.microsoft.com/office/2007/relationships/hdphoto" Target="../media/hdphoto3.wdp"/><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microsoft.com/office/2007/relationships/hdphoto" Target="../media/hdphoto4.wdp"/><Relationship Id="rId3" Type="http://schemas.openxmlformats.org/officeDocument/2006/relationships/diagramLayout" Target="../diagrams/layout1.xml"/><Relationship Id="rId7" Type="http://schemas.openxmlformats.org/officeDocument/2006/relationships/image" Target="../media/image8.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hyperlink" Target="https://www.who.int/health-topics/assistive-technology" TargetMode="External"/><Relationship Id="rId7" Type="http://schemas.openxmlformats.org/officeDocument/2006/relationships/hyperlink" Target="https://doi.org/10.1186/s43067-025-00254-5" TargetMode="External"/><Relationship Id="rId2" Type="http://schemas.openxmlformats.org/officeDocument/2006/relationships/hyperlink" Target="https://www.undp.org/sites/g/files/zskgke326/files/2023-11/undp-a-resilient-future-for-all-advancing-disability-inclusion-in-drr.pdf" TargetMode="External"/><Relationship Id="rId1" Type="http://schemas.openxmlformats.org/officeDocument/2006/relationships/slideLayout" Target="../slideLayouts/slideLayout2.xml"/><Relationship Id="rId6" Type="http://schemas.openxmlformats.org/officeDocument/2006/relationships/hyperlink" Target="https://medcraveonline.com/IRATJ/IRATJ-08-00253.pdf" TargetMode="External"/><Relationship Id="rId5" Type="http://schemas.openxmlformats.org/officeDocument/2006/relationships/hyperlink" Target="https://doi.org/10.33166/aetic.2023.05.003" TargetMode="External"/><Relationship Id="rId4" Type="http://schemas.openxmlformats.org/officeDocument/2006/relationships/hyperlink" Target="https://library.health.go.ug/sites/default/files/resources/Uganda%20rapid%20Assistive%20Technology%20Assessment%20Booklet%20V.3-2%20Final.pdf" TargetMode="External"/><Relationship Id="rId9" Type="http://schemas.microsoft.com/office/2007/relationships/hdphoto" Target="../media/hdphoto4.wdp"/></Relationships>
</file>

<file path=ppt/slides/_rels/slide12.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This may contain: a blue and white sign with a person walking next to a pair of earplugs">
            <a:extLst>
              <a:ext uri="{FF2B5EF4-FFF2-40B4-BE49-F238E27FC236}">
                <a16:creationId xmlns:a16="http://schemas.microsoft.com/office/drawing/2014/main" id="{C534BDA7-A490-4831-E995-352AC6FA4B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51326" y="1842937"/>
            <a:ext cx="3380194" cy="2705074"/>
          </a:xfrm>
          <a:prstGeom prst="roundRect">
            <a:avLst>
              <a:gd name="adj" fmla="val 8594"/>
            </a:avLst>
          </a:prstGeom>
          <a:solidFill>
            <a:srgbClr val="FFFFFF">
              <a:shade val="85000"/>
            </a:srgbClr>
          </a:solidFill>
          <a:ln>
            <a:noFill/>
          </a:ln>
          <a:effectLst/>
        </p:spPr>
      </p:pic>
      <p:sp>
        <p:nvSpPr>
          <p:cNvPr id="2" name="Title 1"/>
          <p:cNvSpPr>
            <a:spLocks noGrp="1"/>
          </p:cNvSpPr>
          <p:nvPr>
            <p:ph type="ctrTitle"/>
          </p:nvPr>
        </p:nvSpPr>
        <p:spPr>
          <a:xfrm>
            <a:off x="1098096" y="167885"/>
            <a:ext cx="6119654" cy="2800036"/>
          </a:xfrm>
        </p:spPr>
        <p:txBody>
          <a:bodyPr/>
          <a:lstStyle/>
          <a:p>
            <a:pPr lvl="0" algn="ctr">
              <a:lnSpc>
                <a:spcPts val="7700"/>
              </a:lnSpc>
              <a:spcBef>
                <a:spcPts val="0"/>
              </a:spcBef>
            </a:pPr>
            <a:r>
              <a:rPr lang="en-US" sz="6150" dirty="0">
                <a:solidFill>
                  <a:srgbClr val="1B1B27"/>
                </a:solidFill>
                <a:latin typeface="Times New Roman" panose="02020603050405020304" pitchFamily="18" charset="0"/>
                <a:ea typeface="Corben" pitchFamily="34" charset="-122"/>
                <a:cs typeface="Times New Roman" panose="02020603050405020304" pitchFamily="18" charset="0"/>
              </a:rPr>
              <a:t>SIGNASENSE</a:t>
            </a:r>
            <a:endParaRPr lang="en-US"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460480" y="2800036"/>
            <a:ext cx="7483983" cy="1143000"/>
          </a:xfrm>
        </p:spPr>
        <p:txBody>
          <a:bodyPr>
            <a:normAutofit/>
          </a:bodyPr>
          <a:lstStyle/>
          <a:p>
            <a:pPr algn="ctr"/>
            <a:r>
              <a:rPr lang="en-US" dirty="0">
                <a:latin typeface="Times New Roman" panose="02020603050405020304" pitchFamily="18" charset="0"/>
                <a:cs typeface="Times New Roman" panose="02020603050405020304" pitchFamily="18" charset="0"/>
              </a:rPr>
              <a:t> An Integrated Assistive Solution for the Deaf and Blind</a:t>
            </a:r>
          </a:p>
        </p:txBody>
      </p:sp>
      <p:cxnSp>
        <p:nvCxnSpPr>
          <p:cNvPr id="5" name="Straight Connector 4">
            <a:extLst>
              <a:ext uri="{FF2B5EF4-FFF2-40B4-BE49-F238E27FC236}">
                <a16:creationId xmlns:a16="http://schemas.microsoft.com/office/drawing/2014/main" id="{F82CFF8A-70D4-DC34-B097-39A7CF32BC0A}"/>
              </a:ext>
            </a:extLst>
          </p:cNvPr>
          <p:cNvCxnSpPr>
            <a:cxnSpLocks/>
          </p:cNvCxnSpPr>
          <p:nvPr/>
        </p:nvCxnSpPr>
        <p:spPr>
          <a:xfrm>
            <a:off x="924232" y="2772378"/>
            <a:ext cx="7427094" cy="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pic>
        <p:nvPicPr>
          <p:cNvPr id="1026" name="Picture 2" descr="This may contain: the letter s is made up of two intersecting lines, and it appears to be black">
            <a:extLst>
              <a:ext uri="{FF2B5EF4-FFF2-40B4-BE49-F238E27FC236}">
                <a16:creationId xmlns:a16="http://schemas.microsoft.com/office/drawing/2014/main" id="{88E54B15-C5AC-D330-21D7-24FEA94DF8C3}"/>
              </a:ext>
            </a:extLst>
          </p:cNvPr>
          <p:cNvPicPr>
            <a:picLocks noChangeAspect="1" noChangeArrowheads="1"/>
          </p:cNvPicPr>
          <p:nvPr/>
        </p:nvPicPr>
        <p:blipFill>
          <a:blip r:embed="rId3" cstate="print">
            <a:extLst>
              <a:ext uri="{BEBA8EAE-BF5A-486C-A8C5-ECC9F3942E4B}">
                <a14:imgProps xmlns:a14="http://schemas.microsoft.com/office/drawing/2010/main">
                  <a14:imgLayer r:embed="rId4">
                    <a14:imgEffect>
                      <a14:backgroundRemoval t="10000" b="90000" l="10000" r="90000">
                        <a14:foregroundMark x1="35623" y1="60383" x2="35623" y2="60383"/>
                        <a14:foregroundMark x1="60703" y1="41054" x2="60703" y2="41054"/>
                      </a14:backgroundRemoval>
                    </a14:imgEffect>
                  </a14:imgLayer>
                </a14:imgProps>
              </a:ext>
              <a:ext uri="{28A0092B-C50C-407E-A947-70E740481C1C}">
                <a14:useLocalDpi xmlns:a14="http://schemas.microsoft.com/office/drawing/2010/main" val="0"/>
              </a:ext>
            </a:extLst>
          </a:blip>
          <a:srcRect/>
          <a:stretch>
            <a:fillRect/>
          </a:stretch>
        </p:blipFill>
        <p:spPr bwMode="auto">
          <a:xfrm>
            <a:off x="3364478" y="554577"/>
            <a:ext cx="1675986" cy="167598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9286B0E-F1DE-6020-4AB2-BD0F6B7931D4}"/>
              </a:ext>
            </a:extLst>
          </p:cNvPr>
          <p:cNvSpPr txBox="1"/>
          <p:nvPr/>
        </p:nvSpPr>
        <p:spPr>
          <a:xfrm>
            <a:off x="371382" y="3869127"/>
            <a:ext cx="7979944" cy="2677656"/>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                       </a:t>
            </a:r>
          </a:p>
          <a:p>
            <a:endParaRPr lang="en-US" sz="24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NALUBOWA BENITAH MARGRET      2023/BIT/169/PS</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ADEKE MARY                                         2023/BIT/034/PS</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MUHUMUZA MUHAMMAD                 2023/BIT/252/PS</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MIREMBE JERMIMAH ARNN               2023/BIT/148/PS</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KANSIIME PIUS                                      2023/BIT/120/PS</a:t>
            </a:r>
          </a:p>
        </p:txBody>
      </p:sp>
      <p:sp>
        <p:nvSpPr>
          <p:cNvPr id="8" name="TextBox 7">
            <a:extLst>
              <a:ext uri="{FF2B5EF4-FFF2-40B4-BE49-F238E27FC236}">
                <a16:creationId xmlns:a16="http://schemas.microsoft.com/office/drawing/2014/main" id="{077B6B19-A0E2-A4EC-72CD-5FEFB5C677CB}"/>
              </a:ext>
            </a:extLst>
          </p:cNvPr>
          <p:cNvSpPr txBox="1"/>
          <p:nvPr/>
        </p:nvSpPr>
        <p:spPr>
          <a:xfrm>
            <a:off x="1555909" y="3943036"/>
            <a:ext cx="6228629" cy="492443"/>
          </a:xfrm>
          <a:prstGeom prst="rect">
            <a:avLst/>
          </a:prstGeom>
          <a:noFill/>
        </p:spPr>
        <p:txBody>
          <a:bodyPr wrap="square" rtlCol="0">
            <a:spAutoFit/>
          </a:bodyPr>
          <a:lstStyle/>
          <a:p>
            <a:pPr algn="ctr"/>
            <a:r>
              <a:rPr lang="en-US" sz="2600" dirty="0">
                <a:latin typeface="Times New Roman" panose="02020603050405020304" pitchFamily="18" charset="0"/>
                <a:cs typeface="Times New Roman" panose="02020603050405020304" pitchFamily="18" charset="0"/>
              </a:rPr>
              <a:t>GROUP MEMBERS</a:t>
            </a:r>
            <a:endParaRPr lang="en-UG" sz="260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E06727F1-C482-ECD6-6A2E-7BBB3965A9EE}"/>
              </a:ext>
            </a:extLst>
          </p:cNvPr>
          <p:cNvCxnSpPr>
            <a:cxnSpLocks/>
          </p:cNvCxnSpPr>
          <p:nvPr/>
        </p:nvCxnSpPr>
        <p:spPr>
          <a:xfrm>
            <a:off x="3065928" y="4381689"/>
            <a:ext cx="532503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5A00CC33-58A7-EBC0-C14D-DAAA493F55D6}"/>
              </a:ext>
            </a:extLst>
          </p:cNvPr>
          <p:cNvSpPr>
            <a:spLocks noGrp="1"/>
          </p:cNvSpPr>
          <p:nvPr>
            <p:ph type="sldNum" sz="quarter" idx="12"/>
          </p:nvPr>
        </p:nvSpPr>
        <p:spPr/>
        <p:txBody>
          <a:bodyPr/>
          <a:lstStyle/>
          <a:p>
            <a:fld id="{59198F8E-9E1E-4209-934C-4DCBBC18FC64}" type="slidenum">
              <a:rPr lang="en-US" smtClean="0"/>
              <a:t>1</a:t>
            </a:fld>
            <a:endParaRPr lang="en-US"/>
          </a:p>
        </p:txBody>
      </p:sp>
    </p:spTree>
    <p:extLst>
      <p:ext uri="{BB962C8B-B14F-4D97-AF65-F5344CB8AC3E}">
        <p14:creationId xmlns:p14="http://schemas.microsoft.com/office/powerpoint/2010/main" val="1182829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7ACFE-38DB-9399-C864-DF72B1273CD4}"/>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Background</a:t>
            </a:r>
            <a:endParaRPr lang="en-U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F71F2B6-2393-4226-1FBF-2C6CB945FAD1}"/>
              </a:ext>
            </a:extLst>
          </p:cNvPr>
          <p:cNvSpPr>
            <a:spLocks noGrp="1"/>
          </p:cNvSpPr>
          <p:nvPr>
            <p:ph idx="1"/>
          </p:nvPr>
        </p:nvSpPr>
        <p:spPr>
          <a:xfrm>
            <a:off x="838200" y="2141537"/>
            <a:ext cx="7212496" cy="4351338"/>
          </a:xfrm>
        </p:spPr>
        <p:txBody>
          <a:bodyPr>
            <a:normAutofit lnSpcReduction="10000"/>
          </a:bodyPr>
          <a:lstStyle/>
          <a:p>
            <a:r>
              <a:rPr lang="en-US" sz="2400" dirty="0">
                <a:latin typeface="Times New Roman" panose="02020603050405020304" pitchFamily="18" charset="0"/>
                <a:cs typeface="Times New Roman" panose="02020603050405020304" pitchFamily="18" charset="0"/>
              </a:rPr>
              <a:t>Over </a:t>
            </a:r>
            <a:r>
              <a:rPr lang="en-US" sz="2400" b="1" dirty="0">
                <a:latin typeface="Times New Roman" panose="02020603050405020304" pitchFamily="18" charset="0"/>
                <a:cs typeface="Times New Roman" panose="02020603050405020304" pitchFamily="18" charset="0"/>
              </a:rPr>
              <a:t>1.5 billion</a:t>
            </a:r>
            <a:r>
              <a:rPr lang="en-US" sz="2400" dirty="0">
                <a:latin typeface="Times New Roman" panose="02020603050405020304" pitchFamily="18" charset="0"/>
                <a:cs typeface="Times New Roman" panose="02020603050405020304" pitchFamily="18" charset="0"/>
              </a:rPr>
              <a:t> people worldwide live with hearing loss, and about </a:t>
            </a:r>
            <a:r>
              <a:rPr lang="en-US" sz="2400" b="1" dirty="0">
                <a:latin typeface="Times New Roman" panose="02020603050405020304" pitchFamily="18" charset="0"/>
                <a:cs typeface="Times New Roman" panose="02020603050405020304" pitchFamily="18" charset="0"/>
              </a:rPr>
              <a:t>43 million</a:t>
            </a:r>
            <a:r>
              <a:rPr lang="en-US" sz="2400" dirty="0">
                <a:latin typeface="Times New Roman" panose="02020603050405020304" pitchFamily="18" charset="0"/>
                <a:cs typeface="Times New Roman" panose="02020603050405020304" pitchFamily="18" charset="0"/>
              </a:rPr>
              <a:t> are blind (WHO, 2024).</a:t>
            </a:r>
          </a:p>
          <a:p>
            <a:r>
              <a:rPr lang="en-US" sz="2400" dirty="0">
                <a:latin typeface="Times New Roman" panose="02020603050405020304" pitchFamily="18" charset="0"/>
                <a:cs typeface="Times New Roman" panose="02020603050405020304" pitchFamily="18" charset="0"/>
              </a:rPr>
              <a:t>In </a:t>
            </a:r>
            <a:r>
              <a:rPr lang="en-US" sz="2400" b="1" dirty="0">
                <a:latin typeface="Times New Roman" panose="02020603050405020304" pitchFamily="18" charset="0"/>
                <a:cs typeface="Times New Roman" panose="02020603050405020304" pitchFamily="18" charset="0"/>
              </a:rPr>
              <a:t>Uganda</a:t>
            </a:r>
            <a:r>
              <a:rPr lang="en-US" sz="2400" dirty="0">
                <a:latin typeface="Times New Roman" panose="02020603050405020304" pitchFamily="18" charset="0"/>
                <a:cs typeface="Times New Roman" panose="02020603050405020304" pitchFamily="18" charset="0"/>
              </a:rPr>
              <a:t>, around </a:t>
            </a:r>
            <a:r>
              <a:rPr lang="en-US" sz="2400" b="1" dirty="0">
                <a:latin typeface="Times New Roman" panose="02020603050405020304" pitchFamily="18" charset="0"/>
                <a:cs typeface="Times New Roman" panose="02020603050405020304" pitchFamily="18" charset="0"/>
              </a:rPr>
              <a:t>12%</a:t>
            </a:r>
            <a:r>
              <a:rPr lang="en-US" sz="2400" dirty="0">
                <a:latin typeface="Times New Roman" panose="02020603050405020304" pitchFamily="18" charset="0"/>
                <a:cs typeface="Times New Roman" panose="02020603050405020304" pitchFamily="18" charset="0"/>
              </a:rPr>
              <a:t> of the population has a disability, yet </a:t>
            </a:r>
            <a:r>
              <a:rPr lang="en-US" sz="2400" b="1" dirty="0">
                <a:latin typeface="Times New Roman" panose="02020603050405020304" pitchFamily="18" charset="0"/>
                <a:cs typeface="Times New Roman" panose="02020603050405020304" pitchFamily="18" charset="0"/>
              </a:rPr>
              <a:t>less than 5%</a:t>
            </a:r>
            <a:r>
              <a:rPr lang="en-US" sz="2400" dirty="0">
                <a:latin typeface="Times New Roman" panose="02020603050405020304" pitchFamily="18" charset="0"/>
                <a:cs typeface="Times New Roman" panose="02020603050405020304" pitchFamily="18" charset="0"/>
              </a:rPr>
              <a:t> use assistive devices (UBOS, 2023).</a:t>
            </a:r>
          </a:p>
          <a:p>
            <a:r>
              <a:rPr lang="en-US" sz="2400" dirty="0">
                <a:latin typeface="Times New Roman" panose="02020603050405020304" pitchFamily="18" charset="0"/>
                <a:cs typeface="Times New Roman" panose="02020603050405020304" pitchFamily="18" charset="0"/>
              </a:rPr>
              <a:t>Most existing devices address </a:t>
            </a:r>
            <a:r>
              <a:rPr lang="en-US" sz="2400" b="1" dirty="0">
                <a:latin typeface="Times New Roman" panose="02020603050405020304" pitchFamily="18" charset="0"/>
                <a:cs typeface="Times New Roman" panose="02020603050405020304" pitchFamily="18" charset="0"/>
              </a:rPr>
              <a:t>only one disability</a:t>
            </a:r>
            <a:r>
              <a:rPr lang="en-US" sz="2400" dirty="0">
                <a:latin typeface="Times New Roman" panose="02020603050405020304" pitchFamily="18" charset="0"/>
                <a:cs typeface="Times New Roman" panose="02020603050405020304" pitchFamily="18" charset="0"/>
              </a:rPr>
              <a:t>  either hearing or sight.</a:t>
            </a:r>
          </a:p>
          <a:p>
            <a:r>
              <a:rPr lang="en-US" sz="2400" b="1" dirty="0">
                <a:latin typeface="Times New Roman" panose="02020603050405020304" pitchFamily="18" charset="0"/>
                <a:cs typeface="Times New Roman" panose="02020603050405020304" pitchFamily="18" charset="0"/>
              </a:rPr>
              <a:t>High costs</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limited access</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internet dependency</a:t>
            </a:r>
            <a:r>
              <a:rPr lang="en-US" sz="2400" dirty="0">
                <a:latin typeface="Times New Roman" panose="02020603050405020304" pitchFamily="18" charset="0"/>
                <a:cs typeface="Times New Roman" panose="02020603050405020304" pitchFamily="18" charset="0"/>
              </a:rPr>
              <a:t> restrict usability in low-resource settings.</a:t>
            </a:r>
          </a:p>
          <a:p>
            <a:r>
              <a:rPr lang="en-US" sz="2400" dirty="0">
                <a:latin typeface="Times New Roman" panose="02020603050405020304" pitchFamily="18" charset="0"/>
                <a:cs typeface="Times New Roman" panose="02020603050405020304" pitchFamily="18" charset="0"/>
              </a:rPr>
              <a:t>There’s an urgent need for </a:t>
            </a:r>
            <a:r>
              <a:rPr lang="en-US" sz="2400" b="1" dirty="0">
                <a:latin typeface="Times New Roman" panose="02020603050405020304" pitchFamily="18" charset="0"/>
                <a:cs typeface="Times New Roman" panose="02020603050405020304" pitchFamily="18" charset="0"/>
              </a:rPr>
              <a:t>affordable, offline, dual-assistive technology</a:t>
            </a:r>
            <a:r>
              <a:rPr lang="en-US" sz="2400" dirty="0">
                <a:latin typeface="Times New Roman" panose="02020603050405020304" pitchFamily="18" charset="0"/>
                <a:cs typeface="Times New Roman" panose="02020603050405020304" pitchFamily="18" charset="0"/>
              </a:rPr>
              <a:t> to enhance independence and inclusion.</a:t>
            </a:r>
          </a:p>
          <a:p>
            <a:endParaRPr lang="en-UG"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82F43EF-7749-43AB-E2EA-E91FD7218E5F}"/>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34000" y1="41333" x2="34000" y2="41333"/>
                        <a14:foregroundMark x1="34267" y1="50133" x2="34267" y2="50133"/>
                        <a14:foregroundMark x1="39867" y1="48267" x2="39867" y2="48267"/>
                        <a14:foregroundMark x1="33333" y1="50533" x2="33333" y2="50533"/>
                        <a14:foregroundMark x1="34400" y1="57867" x2="34400" y2="57867"/>
                        <a14:foregroundMark x1="32267" y1="61867" x2="32267" y2="61867"/>
                        <a14:foregroundMark x1="30800" y1="59067" x2="30800" y2="59067"/>
                        <a14:foregroundMark x1="30800" y1="64533" x2="30800" y2="64533"/>
                        <a14:foregroundMark x1="35067" y1="65600" x2="35067" y2="65600"/>
                        <a14:foregroundMark x1="40667" y1="55333" x2="40667" y2="55333"/>
                        <a14:foregroundMark x1="43600" y1="49733" x2="43600" y2="49733"/>
                        <a14:foregroundMark x1="42133" y1="51067" x2="42133" y2="51067"/>
                        <a14:foregroundMark x1="42267" y1="36267" x2="42267" y2="36267"/>
                        <a14:foregroundMark x1="33333" y1="35200" x2="33333" y2="35200"/>
                        <a14:foregroundMark x1="27867" y1="39600" x2="27867" y2="39600"/>
                        <a14:foregroundMark x1="26933" y1="46533" x2="26933" y2="46533"/>
                        <a14:foregroundMark x1="26267" y1="50000" x2="26267" y2="50000"/>
                        <a14:foregroundMark x1="17467" y1="53200" x2="17467" y2="53200"/>
                        <a14:foregroundMark x1="21733" y1="47333" x2="21733" y2="47333"/>
                        <a14:foregroundMark x1="20933" y1="49467" x2="20933" y2="49467"/>
                        <a14:foregroundMark x1="15733" y1="48400" x2="15733" y2="48400"/>
                        <a14:foregroundMark x1="10533" y1="47867" x2="10533" y2="47867"/>
                        <a14:foregroundMark x1="10533" y1="43467" x2="10533" y2="43467"/>
                        <a14:foregroundMark x1="10400" y1="40000" x2="10400" y2="40000"/>
                        <a14:foregroundMark x1="49333" y1="47600" x2="49333" y2="47600"/>
                        <a14:foregroundMark x1="50667" y1="53333" x2="50667" y2="53333"/>
                        <a14:foregroundMark x1="51467" y1="49467" x2="51467" y2="49467"/>
                        <a14:foregroundMark x1="55733" y1="56000" x2="55733" y2="56000"/>
                        <a14:foregroundMark x1="55867" y1="45333" x2="55867" y2="45333"/>
                        <a14:foregroundMark x1="55467" y1="38933" x2="55467" y2="38933"/>
                        <a14:foregroundMark x1="62667" y1="39733" x2="62667" y2="39733"/>
                        <a14:foregroundMark x1="61600" y1="36800" x2="61600" y2="36800"/>
                        <a14:foregroundMark x1="64933" y1="50933" x2="64933" y2="50933"/>
                        <a14:foregroundMark x1="64533" y1="60267" x2="64533" y2="60267"/>
                        <a14:foregroundMark x1="65600" y1="56267" x2="65600" y2="56267"/>
                        <a14:foregroundMark x1="71200" y1="51867" x2="71200" y2="51867"/>
                        <a14:foregroundMark x1="74533" y1="47733" x2="74533" y2="47733"/>
                        <a14:foregroundMark x1="68400" y1="43600" x2="68400" y2="43600"/>
                        <a14:foregroundMark x1="66800" y1="38933" x2="66800" y2="38933"/>
                        <a14:foregroundMark x1="80400" y1="49600" x2="80400" y2="49600"/>
                        <a14:foregroundMark x1="80000" y1="54667" x2="80000" y2="54667"/>
                        <a14:foregroundMark x1="81600" y1="57067" x2="81600" y2="57067"/>
                        <a14:foregroundMark x1="88667" y1="50133" x2="88667" y2="50133"/>
                        <a14:foregroundMark x1="86267" y1="56400" x2="86267" y2="56400"/>
                        <a14:foregroundMark x1="87733" y1="39867" x2="87733" y2="39867"/>
                      </a14:backgroundRemoval>
                    </a14:imgEffect>
                  </a14:imgLayer>
                </a14:imgProps>
              </a:ext>
            </a:extLst>
          </a:blip>
          <a:stretch>
            <a:fillRect/>
          </a:stretch>
        </p:blipFill>
        <p:spPr>
          <a:xfrm>
            <a:off x="7775714" y="292238"/>
            <a:ext cx="4144617" cy="4144617"/>
          </a:xfrm>
          <a:prstGeom prst="rect">
            <a:avLst/>
          </a:prstGeom>
        </p:spPr>
      </p:pic>
      <p:pic>
        <p:nvPicPr>
          <p:cNvPr id="2050" name="Picture 2" descr="This contains: Shows a silhouette of a businessman in a suit with a blind cane and briefcase, walking (to work).">
            <a:extLst>
              <a:ext uri="{FF2B5EF4-FFF2-40B4-BE49-F238E27FC236}">
                <a16:creationId xmlns:a16="http://schemas.microsoft.com/office/drawing/2014/main" id="{7015DBC5-4E63-9B80-DB86-970EA900C9AE}"/>
              </a:ext>
            </a:extLst>
          </p:cNvPr>
          <p:cNvPicPr>
            <a:picLocks noChangeAspect="1" noChangeArrowheads="1"/>
          </p:cNvPicPr>
          <p:nvPr/>
        </p:nvPicPr>
        <p:blipFill>
          <a:blip r:embed="rId4" cstate="print">
            <a:extLst>
              <a:ext uri="{BEBA8EAE-BF5A-486C-A8C5-ECC9F3942E4B}">
                <a14:imgProps xmlns:a14="http://schemas.microsoft.com/office/drawing/2010/main">
                  <a14:imgLayer r:embed="rId5">
                    <a14:imgEffect>
                      <a14:backgroundRemoval t="2518" b="96763" l="9783" r="91033">
                        <a14:foregroundMark x1="49728" y1="5845" x2="49728" y2="5845"/>
                        <a14:foregroundMark x1="36685" y1="92446" x2="36685" y2="92446"/>
                        <a14:foregroundMark x1="91304" y1="84353" x2="91304" y2="84353"/>
                        <a14:foregroundMark x1="25951" y1="96763" x2="25951" y2="96763"/>
                        <a14:foregroundMark x1="48234" y1="2518" x2="48234" y2="2518"/>
                      </a14:backgroundRemoval>
                    </a14:imgEffect>
                  </a14:imgLayer>
                </a14:imgProps>
              </a:ext>
              <a:ext uri="{28A0092B-C50C-407E-A947-70E740481C1C}">
                <a14:useLocalDpi xmlns:a14="http://schemas.microsoft.com/office/drawing/2010/main" val="0"/>
              </a:ext>
            </a:extLst>
          </a:blip>
          <a:srcRect/>
          <a:stretch>
            <a:fillRect/>
          </a:stretch>
        </p:blipFill>
        <p:spPr bwMode="auto">
          <a:xfrm>
            <a:off x="9728752" y="3110536"/>
            <a:ext cx="2286688" cy="3455226"/>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9" name="Picture 2" descr="This may contain: the letter s is made up of two intersecting lines, and it appears to be black">
            <a:extLst>
              <a:ext uri="{FF2B5EF4-FFF2-40B4-BE49-F238E27FC236}">
                <a16:creationId xmlns:a16="http://schemas.microsoft.com/office/drawing/2014/main" id="{37E5934F-DD57-23D4-6A47-F764AFB87B5D}"/>
              </a:ext>
            </a:extLst>
          </p:cNvPr>
          <p:cNvPicPr>
            <a:picLocks noChangeAspect="1" noChangeArrowheads="1"/>
          </p:cNvPicPr>
          <p:nvPr/>
        </p:nvPicPr>
        <p:blipFill>
          <a:blip r:embed="rId6" cstate="print">
            <a:extLst>
              <a:ext uri="{BEBA8EAE-BF5A-486C-A8C5-ECC9F3942E4B}">
                <a14:imgProps xmlns:a14="http://schemas.microsoft.com/office/drawing/2010/main">
                  <a14:imgLayer r:embed="rId7">
                    <a14:imgEffect>
                      <a14:backgroundRemoval t="10000" b="90000" l="10000" r="90000">
                        <a14:foregroundMark x1="35623" y1="60383" x2="35623" y2="60383"/>
                        <a14:foregroundMark x1="60703" y1="41054" x2="60703" y2="41054"/>
                      </a14:backgroundRemoval>
                    </a14:imgEffect>
                  </a14:imgLayer>
                </a14:imgProps>
              </a:ext>
              <a:ext uri="{28A0092B-C50C-407E-A947-70E740481C1C}">
                <a14:useLocalDpi xmlns:a14="http://schemas.microsoft.com/office/drawing/2010/main" val="0"/>
              </a:ext>
            </a:extLst>
          </a:blip>
          <a:srcRect/>
          <a:stretch>
            <a:fillRect/>
          </a:stretch>
        </p:blipFill>
        <p:spPr bwMode="auto">
          <a:xfrm>
            <a:off x="-163912" y="-133245"/>
            <a:ext cx="1675986" cy="1675986"/>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Connector 10">
            <a:extLst>
              <a:ext uri="{FF2B5EF4-FFF2-40B4-BE49-F238E27FC236}">
                <a16:creationId xmlns:a16="http://schemas.microsoft.com/office/drawing/2014/main" id="{64D1C7DC-FB9C-CE33-2FE3-37C809463771}"/>
              </a:ext>
            </a:extLst>
          </p:cNvPr>
          <p:cNvCxnSpPr>
            <a:cxnSpLocks/>
          </p:cNvCxnSpPr>
          <p:nvPr/>
        </p:nvCxnSpPr>
        <p:spPr>
          <a:xfrm>
            <a:off x="3588026" y="1431235"/>
            <a:ext cx="860397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CEF97A2D-876B-04A0-54D1-2D8451EEBF5E}"/>
              </a:ext>
            </a:extLst>
          </p:cNvPr>
          <p:cNvSpPr>
            <a:spLocks noGrp="1"/>
          </p:cNvSpPr>
          <p:nvPr>
            <p:ph type="sldNum" sz="quarter" idx="12"/>
          </p:nvPr>
        </p:nvSpPr>
        <p:spPr/>
        <p:txBody>
          <a:bodyPr/>
          <a:lstStyle/>
          <a:p>
            <a:fld id="{59198F8E-9E1E-4209-934C-4DCBBC18FC64}" type="slidenum">
              <a:rPr lang="en-US" smtClean="0"/>
              <a:t>2</a:t>
            </a:fld>
            <a:endParaRPr lang="en-US"/>
          </a:p>
        </p:txBody>
      </p:sp>
    </p:spTree>
    <p:extLst>
      <p:ext uri="{BB962C8B-B14F-4D97-AF65-F5344CB8AC3E}">
        <p14:creationId xmlns:p14="http://schemas.microsoft.com/office/powerpoint/2010/main" val="16903007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8558" y="579501"/>
            <a:ext cx="10058400" cy="1129821"/>
          </a:xfrm>
        </p:spPr>
        <p:txBody>
          <a:bodyPr/>
          <a:lstStyle/>
          <a:p>
            <a:pPr algn="ctr"/>
            <a:r>
              <a:rPr lang="en-US" dirty="0">
                <a:latin typeface="Times New Roman" panose="02020603050405020304" pitchFamily="18" charset="0"/>
                <a:cs typeface="Times New Roman" panose="02020603050405020304" pitchFamily="18" charset="0"/>
              </a:rPr>
              <a:t>The Problem Statement</a:t>
            </a:r>
          </a:p>
        </p:txBody>
      </p:sp>
      <p:sp>
        <p:nvSpPr>
          <p:cNvPr id="3" name="Content Placeholder 2"/>
          <p:cNvSpPr>
            <a:spLocks noGrp="1"/>
          </p:cNvSpPr>
          <p:nvPr>
            <p:ph idx="1"/>
          </p:nvPr>
        </p:nvSpPr>
        <p:spPr>
          <a:xfrm>
            <a:off x="424930" y="1971703"/>
            <a:ext cx="7526767" cy="4599694"/>
          </a:xfrm>
        </p:spPr>
        <p:txBody>
          <a:bodyPr>
            <a:noAutofit/>
          </a:bodyPr>
          <a:lstStyle/>
          <a:p>
            <a:r>
              <a:rPr lang="en-US" sz="2000" dirty="0">
                <a:latin typeface="Times New Roman" panose="02020603050405020304" pitchFamily="18" charset="0"/>
                <a:cs typeface="Times New Roman" panose="02020603050405020304" pitchFamily="18" charset="0"/>
              </a:rPr>
              <a:t>Assistive devices designed for the deaf and the blind are often expensive, require technical expertise and are not designed for our GPS context, making them inaccessible to over 95% of potential users in low-resource settings.</a:t>
            </a:r>
          </a:p>
          <a:p>
            <a:r>
              <a:rPr lang="en-US" sz="2000" dirty="0">
                <a:latin typeface="Times New Roman" panose="02020603050405020304" pitchFamily="18" charset="0"/>
                <a:cs typeface="Times New Roman" panose="02020603050405020304" pitchFamily="18" charset="0"/>
              </a:rPr>
              <a:t>This exclusion limits deaf and visually impaired individuals in Uganda and worldwide from actively participating in activities like education, employment and if better interventions aren’t introduced, this problem will continue to exist.</a:t>
            </a:r>
          </a:p>
          <a:p>
            <a:r>
              <a:rPr lang="en-US" sz="2000" dirty="0">
                <a:latin typeface="Times New Roman" panose="02020603050405020304" pitchFamily="18" charset="0"/>
                <a:cs typeface="Times New Roman" panose="02020603050405020304" pitchFamily="18" charset="0"/>
              </a:rPr>
              <a:t>According to </a:t>
            </a:r>
            <a:r>
              <a:rPr lang="en-US" sz="2000" b="1" dirty="0">
                <a:latin typeface="Times New Roman" panose="02020603050405020304" pitchFamily="18" charset="0"/>
                <a:cs typeface="Times New Roman" panose="02020603050405020304" pitchFamily="18" charset="0"/>
              </a:rPr>
              <a:t>UBOS(2023)</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WHO(2024)</a:t>
            </a:r>
            <a:r>
              <a:rPr lang="en-US" sz="2000" dirty="0">
                <a:latin typeface="Times New Roman" panose="02020603050405020304" pitchFamily="18" charset="0"/>
                <a:cs typeface="Times New Roman" panose="02020603050405020304" pitchFamily="18" charset="0"/>
              </a:rPr>
              <a:t>, fewer than 5% of people with visual and hearing impairments have access to assistive tools due to high costs and limited technological suitability.</a:t>
            </a:r>
          </a:p>
          <a:p>
            <a:r>
              <a:rPr lang="en-US" sz="2000" dirty="0">
                <a:latin typeface="Times New Roman" panose="02020603050405020304" pitchFamily="18" charset="0"/>
                <a:cs typeface="Times New Roman" panose="02020603050405020304" pitchFamily="18" charset="0"/>
              </a:rPr>
              <a:t>In line with </a:t>
            </a:r>
            <a:r>
              <a:rPr lang="en-US" sz="2000" b="1" dirty="0">
                <a:latin typeface="Times New Roman" panose="02020603050405020304" pitchFamily="18" charset="0"/>
                <a:cs typeface="Times New Roman" panose="02020603050405020304" pitchFamily="18" charset="0"/>
              </a:rPr>
              <a:t>Uganda’s Vision 2040 </a:t>
            </a:r>
            <a:r>
              <a:rPr lang="en-US" sz="2000" dirty="0">
                <a:latin typeface="Times New Roman" panose="02020603050405020304" pitchFamily="18" charset="0"/>
                <a:cs typeface="Times New Roman" panose="02020603050405020304" pitchFamily="18" charset="0"/>
              </a:rPr>
              <a:t>and </a:t>
            </a:r>
            <a:r>
              <a:rPr lang="en-US" sz="2000" b="1" dirty="0">
                <a:latin typeface="Times New Roman" panose="02020603050405020304" pitchFamily="18" charset="0"/>
                <a:cs typeface="Times New Roman" panose="02020603050405020304" pitchFamily="18" charset="0"/>
              </a:rPr>
              <a:t>NDP III</a:t>
            </a:r>
            <a:r>
              <a:rPr lang="en-US" sz="2000" dirty="0">
                <a:latin typeface="Times New Roman" panose="02020603050405020304" pitchFamily="18" charset="0"/>
                <a:cs typeface="Times New Roman" panose="02020603050405020304" pitchFamily="18" charset="0"/>
              </a:rPr>
              <a:t>, this project aims to bridge the assistive technology gap while supporting </a:t>
            </a:r>
            <a:r>
              <a:rPr lang="en-US" sz="2000" b="1" dirty="0">
                <a:latin typeface="Times New Roman" panose="02020603050405020304" pitchFamily="18" charset="0"/>
                <a:cs typeface="Times New Roman" panose="02020603050405020304" pitchFamily="18" charset="0"/>
              </a:rPr>
              <a:t>SDG 3</a:t>
            </a:r>
            <a:r>
              <a:rPr lang="en-US" sz="2000" dirty="0">
                <a:latin typeface="Times New Roman" panose="02020603050405020304" pitchFamily="18" charset="0"/>
                <a:cs typeface="Times New Roman" panose="02020603050405020304" pitchFamily="18" charset="0"/>
              </a:rPr>
              <a:t> (Good Health &amp; Well-being), </a:t>
            </a:r>
            <a:r>
              <a:rPr lang="en-US" sz="2000" b="1" dirty="0">
                <a:latin typeface="Times New Roman" panose="02020603050405020304" pitchFamily="18" charset="0"/>
                <a:cs typeface="Times New Roman" panose="02020603050405020304" pitchFamily="18" charset="0"/>
              </a:rPr>
              <a:t>SDG 8</a:t>
            </a:r>
            <a:r>
              <a:rPr lang="en-US" sz="2000" dirty="0">
                <a:latin typeface="Times New Roman" panose="02020603050405020304" pitchFamily="18" charset="0"/>
                <a:cs typeface="Times New Roman" panose="02020603050405020304" pitchFamily="18" charset="0"/>
              </a:rPr>
              <a:t> (Decent Work &amp; Economic Growth), and </a:t>
            </a:r>
            <a:r>
              <a:rPr lang="en-US" sz="2000" b="1" dirty="0">
                <a:latin typeface="Times New Roman" panose="02020603050405020304" pitchFamily="18" charset="0"/>
                <a:cs typeface="Times New Roman" panose="02020603050405020304" pitchFamily="18" charset="0"/>
              </a:rPr>
              <a:t>SDG 10 </a:t>
            </a:r>
            <a:r>
              <a:rPr lang="en-US" sz="2000" dirty="0">
                <a:latin typeface="Times New Roman" panose="02020603050405020304" pitchFamily="18" charset="0"/>
                <a:cs typeface="Times New Roman" panose="02020603050405020304" pitchFamily="18" charset="0"/>
              </a:rPr>
              <a:t>(Reduced Inequalities).</a:t>
            </a:r>
          </a:p>
          <a:p>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pic>
        <p:nvPicPr>
          <p:cNvPr id="3074" name="Picture 2" descr="This may contain: two silhouettes facing each other with one touching the other's ear and another pointing at">
            <a:extLst>
              <a:ext uri="{FF2B5EF4-FFF2-40B4-BE49-F238E27FC236}">
                <a16:creationId xmlns:a16="http://schemas.microsoft.com/office/drawing/2014/main" id="{A537096C-FCDE-7E8A-DD99-116ED07A28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30428" y="1890558"/>
            <a:ext cx="3873313" cy="2241175"/>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
            <a:extLst>
              <a:ext uri="{FF2B5EF4-FFF2-40B4-BE49-F238E27FC236}">
                <a16:creationId xmlns:a16="http://schemas.microsoft.com/office/drawing/2014/main" id="{99285336-5A69-0577-4863-5BAA20F707A9}"/>
              </a:ext>
            </a:extLst>
          </p:cNvPr>
          <p:cNvCxnSpPr>
            <a:cxnSpLocks/>
          </p:cNvCxnSpPr>
          <p:nvPr/>
        </p:nvCxnSpPr>
        <p:spPr>
          <a:xfrm>
            <a:off x="8050306" y="1502985"/>
            <a:ext cx="0" cy="4775514"/>
          </a:xfrm>
          <a:prstGeom prst="line">
            <a:avLst/>
          </a:prstGeom>
          <a:ln w="57150"/>
        </p:spPr>
        <p:style>
          <a:lnRef idx="2">
            <a:schemeClr val="dk1"/>
          </a:lnRef>
          <a:fillRef idx="0">
            <a:schemeClr val="dk1"/>
          </a:fillRef>
          <a:effectRef idx="1">
            <a:schemeClr val="dk1"/>
          </a:effectRef>
          <a:fontRef idx="minor">
            <a:schemeClr val="tx1"/>
          </a:fontRef>
        </p:style>
      </p:cxnSp>
      <p:pic>
        <p:nvPicPr>
          <p:cNvPr id="6" name="Picture 5">
            <a:extLst>
              <a:ext uri="{FF2B5EF4-FFF2-40B4-BE49-F238E27FC236}">
                <a16:creationId xmlns:a16="http://schemas.microsoft.com/office/drawing/2014/main" id="{9812BAF3-C842-9A75-ACA6-1246A893F1EA}"/>
              </a:ext>
            </a:extLst>
          </p:cNvPr>
          <p:cNvPicPr>
            <a:picLocks noChangeAspect="1"/>
          </p:cNvPicPr>
          <p:nvPr/>
        </p:nvPicPr>
        <p:blipFill>
          <a:blip r:embed="rId3"/>
          <a:stretch>
            <a:fillRect/>
          </a:stretch>
        </p:blipFill>
        <p:spPr>
          <a:xfrm>
            <a:off x="8297765" y="4037324"/>
            <a:ext cx="3469305" cy="2241175"/>
          </a:xfrm>
          <a:prstGeom prst="rect">
            <a:avLst/>
          </a:prstGeom>
        </p:spPr>
      </p:pic>
      <p:pic>
        <p:nvPicPr>
          <p:cNvPr id="7" name="Picture 2" descr="This may contain: the letter s is made up of two intersecting lines, and it appears to be black">
            <a:extLst>
              <a:ext uri="{FF2B5EF4-FFF2-40B4-BE49-F238E27FC236}">
                <a16:creationId xmlns:a16="http://schemas.microsoft.com/office/drawing/2014/main" id="{C733E952-0C20-F9BF-239B-E39FFDE5D6FD}"/>
              </a:ext>
            </a:extLst>
          </p:cNvPr>
          <p:cNvPicPr>
            <a:picLocks noChangeAspect="1" noChangeArrowheads="1"/>
          </p:cNvPicPr>
          <p:nvPr/>
        </p:nvPicPr>
        <p:blipFill>
          <a:blip r:embed="rId4" cstate="print">
            <a:extLst>
              <a:ext uri="{BEBA8EAE-BF5A-486C-A8C5-ECC9F3942E4B}">
                <a14:imgProps xmlns:a14="http://schemas.microsoft.com/office/drawing/2010/main">
                  <a14:imgLayer r:embed="rId5">
                    <a14:imgEffect>
                      <a14:backgroundRemoval t="10000" b="90000" l="10000" r="90000">
                        <a14:foregroundMark x1="35623" y1="60383" x2="35623" y2="60383"/>
                        <a14:foregroundMark x1="60703" y1="41054" x2="60703" y2="41054"/>
                      </a14:backgroundRemoval>
                    </a14:imgEffect>
                  </a14:imgLayer>
                </a14:imgProps>
              </a:ext>
              <a:ext uri="{28A0092B-C50C-407E-A947-70E740481C1C}">
                <a14:useLocalDpi xmlns:a14="http://schemas.microsoft.com/office/drawing/2010/main" val="0"/>
              </a:ext>
            </a:extLst>
          </a:blip>
          <a:srcRect/>
          <a:stretch>
            <a:fillRect/>
          </a:stretch>
        </p:blipFill>
        <p:spPr bwMode="auto">
          <a:xfrm>
            <a:off x="-196174" y="-173001"/>
            <a:ext cx="1675986" cy="1675986"/>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a:extLst>
              <a:ext uri="{FF2B5EF4-FFF2-40B4-BE49-F238E27FC236}">
                <a16:creationId xmlns:a16="http://schemas.microsoft.com/office/drawing/2014/main" id="{998CDE08-AE71-E70F-E3BA-03671FEB93A2}"/>
              </a:ext>
            </a:extLst>
          </p:cNvPr>
          <p:cNvCxnSpPr>
            <a:cxnSpLocks/>
          </p:cNvCxnSpPr>
          <p:nvPr/>
        </p:nvCxnSpPr>
        <p:spPr>
          <a:xfrm>
            <a:off x="3326296" y="1502985"/>
            <a:ext cx="88478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B9DB1FB3-3505-D72F-2696-D4986481F926}"/>
              </a:ext>
            </a:extLst>
          </p:cNvPr>
          <p:cNvSpPr>
            <a:spLocks noGrp="1"/>
          </p:cNvSpPr>
          <p:nvPr>
            <p:ph type="sldNum" sz="quarter" idx="12"/>
          </p:nvPr>
        </p:nvSpPr>
        <p:spPr/>
        <p:txBody>
          <a:bodyPr/>
          <a:lstStyle/>
          <a:p>
            <a:fld id="{59198F8E-9E1E-4209-934C-4DCBBC18FC64}" type="slidenum">
              <a:rPr lang="en-US" smtClean="0"/>
              <a:t>3</a:t>
            </a:fld>
            <a:endParaRPr lang="en-US"/>
          </a:p>
        </p:txBody>
      </p:sp>
    </p:spTree>
    <p:extLst>
      <p:ext uri="{BB962C8B-B14F-4D97-AF65-F5344CB8AC3E}">
        <p14:creationId xmlns:p14="http://schemas.microsoft.com/office/powerpoint/2010/main" val="9747681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54116"/>
            <a:ext cx="10515600" cy="1325563"/>
          </a:xfrm>
        </p:spPr>
        <p:txBody>
          <a:bodyPr/>
          <a:lstStyle/>
          <a:p>
            <a:pPr algn="ctr"/>
            <a:r>
              <a:rPr lang="en-US" dirty="0">
                <a:latin typeface="Times New Roman" panose="02020603050405020304" pitchFamily="18" charset="0"/>
                <a:cs typeface="Times New Roman" panose="02020603050405020304" pitchFamily="18" charset="0"/>
              </a:rPr>
              <a:t>Objectives</a:t>
            </a:r>
          </a:p>
        </p:txBody>
      </p:sp>
      <p:sp>
        <p:nvSpPr>
          <p:cNvPr id="3" name="Content Placeholder 2"/>
          <p:cNvSpPr>
            <a:spLocks noGrp="1"/>
          </p:cNvSpPr>
          <p:nvPr>
            <p:ph idx="1"/>
          </p:nvPr>
        </p:nvSpPr>
        <p:spPr>
          <a:xfrm>
            <a:off x="606286" y="2859294"/>
            <a:ext cx="5373757" cy="2478018"/>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            Main Objective:</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enhance communication and mobility assistance for the deaf and visually impaired.    </a:t>
            </a:r>
          </a:p>
        </p:txBody>
      </p:sp>
      <p:sp>
        <p:nvSpPr>
          <p:cNvPr id="4" name="Content Placeholder 2">
            <a:extLst>
              <a:ext uri="{FF2B5EF4-FFF2-40B4-BE49-F238E27FC236}">
                <a16:creationId xmlns:a16="http://schemas.microsoft.com/office/drawing/2014/main" id="{236070C0-20B9-894E-76CA-0208B4DA7AC8}"/>
              </a:ext>
            </a:extLst>
          </p:cNvPr>
          <p:cNvSpPr txBox="1">
            <a:spLocks/>
          </p:cNvSpPr>
          <p:nvPr/>
        </p:nvSpPr>
        <p:spPr>
          <a:xfrm>
            <a:off x="5980043" y="1673334"/>
            <a:ext cx="5907157" cy="450362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latin typeface="Times New Roman" panose="02020603050405020304" pitchFamily="18" charset="0"/>
                <a:cs typeface="Times New Roman" panose="02020603050405020304" pitchFamily="18" charset="0"/>
              </a:rPr>
              <a:t>          Specific Objectives:</a:t>
            </a:r>
            <a:endParaRPr lang="en-US"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To examine existing systems that enable communication and mobility assistance for deaf and visually impaired.</a:t>
            </a:r>
          </a:p>
          <a:p>
            <a:r>
              <a:rPr lang="en-US" sz="2600" dirty="0">
                <a:latin typeface="Times New Roman" panose="02020603050405020304" pitchFamily="18" charset="0"/>
                <a:cs typeface="Times New Roman" panose="02020603050405020304" pitchFamily="18" charset="0"/>
              </a:rPr>
              <a:t>To design and develop a low-cost wearable system that enables communication and mobility assistance for deaf and visually impaired. </a:t>
            </a:r>
          </a:p>
          <a:p>
            <a:r>
              <a:rPr lang="en-US" sz="2600" dirty="0">
                <a:latin typeface="Times New Roman" panose="02020603050405020304" pitchFamily="18" charset="0"/>
                <a:cs typeface="Times New Roman" panose="02020603050405020304" pitchFamily="18" charset="0"/>
              </a:rPr>
              <a:t>To test and validate the efficiency of the, developed low-cost wearable system that enables communication and mobility assistance for deaf and visually impaired.</a:t>
            </a:r>
          </a:p>
        </p:txBody>
      </p:sp>
      <p:cxnSp>
        <p:nvCxnSpPr>
          <p:cNvPr id="7" name="Straight Connector 6">
            <a:extLst>
              <a:ext uri="{FF2B5EF4-FFF2-40B4-BE49-F238E27FC236}">
                <a16:creationId xmlns:a16="http://schemas.microsoft.com/office/drawing/2014/main" id="{7020A0B2-1F3A-B393-9F13-EC1523EDA8B4}"/>
              </a:ext>
            </a:extLst>
          </p:cNvPr>
          <p:cNvCxnSpPr>
            <a:cxnSpLocks/>
          </p:cNvCxnSpPr>
          <p:nvPr/>
        </p:nvCxnSpPr>
        <p:spPr>
          <a:xfrm>
            <a:off x="5980043" y="1676504"/>
            <a:ext cx="0" cy="383971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5D81C73-CA22-A7A5-A0B9-BF21D2D38177}"/>
              </a:ext>
            </a:extLst>
          </p:cNvPr>
          <p:cNvCxnSpPr>
            <a:cxnSpLocks/>
          </p:cNvCxnSpPr>
          <p:nvPr/>
        </p:nvCxnSpPr>
        <p:spPr>
          <a:xfrm>
            <a:off x="1302026" y="1676504"/>
            <a:ext cx="1088997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1" name="Picture 2" descr="This may contain: the letter s is made up of two intersecting lines, and it appears to be black">
            <a:extLst>
              <a:ext uri="{FF2B5EF4-FFF2-40B4-BE49-F238E27FC236}">
                <a16:creationId xmlns:a16="http://schemas.microsoft.com/office/drawing/2014/main" id="{D507B04C-0AB3-C663-74A3-192BC5CE3FCE}"/>
              </a:ext>
            </a:extLst>
          </p:cNvPr>
          <p:cNvPicPr>
            <a:picLocks noChangeAspect="1" noChangeArrowheads="1"/>
          </p:cNvPicPr>
          <p:nvPr/>
        </p:nvPicPr>
        <p:blipFill>
          <a:blip r:embed="rId2" cstate="print">
            <a:extLst>
              <a:ext uri="{BEBA8EAE-BF5A-486C-A8C5-ECC9F3942E4B}">
                <a14:imgProps xmlns:a14="http://schemas.microsoft.com/office/drawing/2010/main">
                  <a14:imgLayer r:embed="rId3">
                    <a14:imgEffect>
                      <a14:backgroundRemoval t="10000" b="90000" l="10000" r="90000">
                        <a14:foregroundMark x1="35623" y1="60383" x2="35623" y2="60383"/>
                        <a14:foregroundMark x1="60703" y1="41054" x2="60703" y2="41054"/>
                      </a14:backgroundRemoval>
                    </a14:imgEffect>
                  </a14:imgLayer>
                </a14:imgProps>
              </a:ext>
              <a:ext uri="{28A0092B-C50C-407E-A947-70E740481C1C}">
                <a14:useLocalDpi xmlns:a14="http://schemas.microsoft.com/office/drawing/2010/main" val="0"/>
              </a:ext>
            </a:extLst>
          </a:blip>
          <a:srcRect/>
          <a:stretch>
            <a:fillRect/>
          </a:stretch>
        </p:blipFill>
        <p:spPr bwMode="auto">
          <a:xfrm>
            <a:off x="-163912" y="-133245"/>
            <a:ext cx="1675986" cy="1675986"/>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03CE7C1C-E3BF-23F1-F970-CC864A3758F7}"/>
              </a:ext>
            </a:extLst>
          </p:cNvPr>
          <p:cNvSpPr>
            <a:spLocks noGrp="1"/>
          </p:cNvSpPr>
          <p:nvPr>
            <p:ph type="sldNum" sz="quarter" idx="12"/>
          </p:nvPr>
        </p:nvSpPr>
        <p:spPr/>
        <p:txBody>
          <a:bodyPr/>
          <a:lstStyle/>
          <a:p>
            <a:fld id="{59198F8E-9E1E-4209-934C-4DCBBC18FC64}" type="slidenum">
              <a:rPr lang="en-US" smtClean="0"/>
              <a:t>4</a:t>
            </a:fld>
            <a:endParaRPr lang="en-US"/>
          </a:p>
        </p:txBody>
      </p:sp>
    </p:spTree>
    <p:extLst>
      <p:ext uri="{BB962C8B-B14F-4D97-AF65-F5344CB8AC3E}">
        <p14:creationId xmlns:p14="http://schemas.microsoft.com/office/powerpoint/2010/main" val="5867296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Research Questions</a:t>
            </a:r>
          </a:p>
        </p:txBody>
      </p:sp>
      <p:sp>
        <p:nvSpPr>
          <p:cNvPr id="3" name="Content Placeholder 2"/>
          <p:cNvSpPr>
            <a:spLocks noGrp="1"/>
          </p:cNvSpPr>
          <p:nvPr>
            <p:ph idx="1"/>
          </p:nvPr>
        </p:nvSpPr>
        <p:spPr>
          <a:xfrm>
            <a:off x="838200" y="1921079"/>
            <a:ext cx="10515600" cy="4623627"/>
          </a:xfrm>
        </p:spPr>
        <p:txBody>
          <a:bodyPr>
            <a:normAutofit/>
          </a:bodyPr>
          <a:lstStyle/>
          <a:p>
            <a:pPr marL="514350" indent="-514350">
              <a:buFont typeface="+mj-lt"/>
              <a:buAutoNum type="arabicPeriod"/>
            </a:pPr>
            <a:r>
              <a:rPr lang="en-US" dirty="0">
                <a:latin typeface="Times New Roman" panose="02020603050405020304" pitchFamily="18" charset="0"/>
                <a:cs typeface="Times New Roman" panose="02020603050405020304" pitchFamily="18" charset="0"/>
              </a:rPr>
              <a:t>What are the key strengths and gaps in current technologies that support communication and mobility among persons with hearing and visual impairments?</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What design and development approaches can be employed to create an affordable wearable system that enhances communication and mobility for individuals with hearing and visual impairments?</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To what extent does the developed wearable system demonstrate accuracy, reliability, and usability in assisting communication and mobility for individuals with hearing and visual impairments?</a:t>
            </a:r>
          </a:p>
          <a:p>
            <a:pPr marL="0" indent="0">
              <a:buNone/>
            </a:pPr>
            <a:endParaRPr lang="en-US" dirty="0">
              <a:latin typeface="Times New Roman" panose="02020603050405020304" pitchFamily="18" charset="0"/>
              <a:cs typeface="Times New Roman" panose="02020603050405020304" pitchFamily="18" charset="0"/>
            </a:endParaRPr>
          </a:p>
        </p:txBody>
      </p:sp>
      <p:pic>
        <p:nvPicPr>
          <p:cNvPr id="6" name="Picture 2" descr="This may contain: the letter s is made up of two intersecting lines, and it appears to be black">
            <a:extLst>
              <a:ext uri="{FF2B5EF4-FFF2-40B4-BE49-F238E27FC236}">
                <a16:creationId xmlns:a16="http://schemas.microsoft.com/office/drawing/2014/main" id="{7C0C52E4-689B-8B0D-5964-0170AB0DFF7F}"/>
              </a:ext>
            </a:extLst>
          </p:cNvPr>
          <p:cNvPicPr>
            <a:picLocks noChangeAspect="1" noChangeArrowheads="1"/>
          </p:cNvPicPr>
          <p:nvPr/>
        </p:nvPicPr>
        <p:blipFill>
          <a:blip r:embed="rId2" cstate="print">
            <a:extLst>
              <a:ext uri="{BEBA8EAE-BF5A-486C-A8C5-ECC9F3942E4B}">
                <a14:imgProps xmlns:a14="http://schemas.microsoft.com/office/drawing/2010/main">
                  <a14:imgLayer r:embed="rId3">
                    <a14:imgEffect>
                      <a14:backgroundRemoval t="10000" b="90000" l="10000" r="90000">
                        <a14:foregroundMark x1="35623" y1="60383" x2="35623" y2="60383"/>
                        <a14:foregroundMark x1="60703" y1="41054" x2="60703" y2="41054"/>
                      </a14:backgroundRemoval>
                    </a14:imgEffect>
                  </a14:imgLayer>
                </a14:imgProps>
              </a:ext>
              <a:ext uri="{28A0092B-C50C-407E-A947-70E740481C1C}">
                <a14:useLocalDpi xmlns:a14="http://schemas.microsoft.com/office/drawing/2010/main" val="0"/>
              </a:ext>
            </a:extLst>
          </a:blip>
          <a:srcRect/>
          <a:stretch>
            <a:fillRect/>
          </a:stretch>
        </p:blipFill>
        <p:spPr bwMode="auto">
          <a:xfrm>
            <a:off x="-163912" y="-133245"/>
            <a:ext cx="1675986" cy="1675986"/>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a:extLst>
              <a:ext uri="{FF2B5EF4-FFF2-40B4-BE49-F238E27FC236}">
                <a16:creationId xmlns:a16="http://schemas.microsoft.com/office/drawing/2014/main" id="{5082FB38-98B4-6D48-A401-1FAD4F6D3F05}"/>
              </a:ext>
            </a:extLst>
          </p:cNvPr>
          <p:cNvCxnSpPr>
            <a:cxnSpLocks/>
          </p:cNvCxnSpPr>
          <p:nvPr/>
        </p:nvCxnSpPr>
        <p:spPr>
          <a:xfrm>
            <a:off x="3399183" y="1431235"/>
            <a:ext cx="879281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ADA13E29-0D53-AD58-2B57-E528D7C3F5F1}"/>
              </a:ext>
            </a:extLst>
          </p:cNvPr>
          <p:cNvSpPr>
            <a:spLocks noGrp="1"/>
          </p:cNvSpPr>
          <p:nvPr>
            <p:ph type="sldNum" sz="quarter" idx="12"/>
          </p:nvPr>
        </p:nvSpPr>
        <p:spPr/>
        <p:txBody>
          <a:bodyPr/>
          <a:lstStyle/>
          <a:p>
            <a:fld id="{59198F8E-9E1E-4209-934C-4DCBBC18FC64}" type="slidenum">
              <a:rPr lang="en-US" smtClean="0"/>
              <a:t>5</a:t>
            </a:fld>
            <a:endParaRPr lang="en-US"/>
          </a:p>
        </p:txBody>
      </p:sp>
    </p:spTree>
    <p:extLst>
      <p:ext uri="{BB962C8B-B14F-4D97-AF65-F5344CB8AC3E}">
        <p14:creationId xmlns:p14="http://schemas.microsoft.com/office/powerpoint/2010/main" val="1769539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Significance Of The Study</a:t>
            </a:r>
          </a:p>
        </p:txBody>
      </p:sp>
      <p:sp>
        <p:nvSpPr>
          <p:cNvPr id="3" name="Content Placeholder 2"/>
          <p:cNvSpPr>
            <a:spLocks noGrp="1"/>
          </p:cNvSpPr>
          <p:nvPr>
            <p:ph idx="1"/>
          </p:nvPr>
        </p:nvSpPr>
        <p:spPr>
          <a:xfrm>
            <a:off x="838200" y="2272882"/>
            <a:ext cx="10515600" cy="4351338"/>
          </a:xfrm>
        </p:spPr>
        <p:txBody>
          <a:bodyPr>
            <a:normAutofit fontScale="92500" lnSpcReduction="10000"/>
          </a:bodyPr>
          <a:lstStyle/>
          <a:p>
            <a:r>
              <a:rPr lang="en-UG" dirty="0">
                <a:latin typeface="Times New Roman" panose="02020603050405020304" pitchFamily="18" charset="0"/>
                <a:cs typeface="Times New Roman" panose="02020603050405020304" pitchFamily="18" charset="0"/>
              </a:rPr>
              <a:t>The system empowers deaf and blind individuals to communicate, move, and access services independently, reducing accidents</a:t>
            </a:r>
            <a:r>
              <a:rPr lang="en-US" dirty="0">
                <a:latin typeface="Times New Roman" panose="02020603050405020304" pitchFamily="18" charset="0"/>
                <a:cs typeface="Times New Roman" panose="02020603050405020304" pitchFamily="18" charset="0"/>
              </a:rPr>
              <a:t>, dependence</a:t>
            </a:r>
            <a:r>
              <a:rPr lang="en-UG" dirty="0">
                <a:latin typeface="Times New Roman" panose="02020603050405020304" pitchFamily="18" charset="0"/>
                <a:cs typeface="Times New Roman" panose="02020603050405020304" pitchFamily="18" charset="0"/>
              </a:rPr>
              <a:t> and social exclusion.</a:t>
            </a:r>
            <a:endParaRPr lang="en-US" dirty="0">
              <a:latin typeface="Times New Roman" panose="02020603050405020304" pitchFamily="18" charset="0"/>
              <a:cs typeface="Times New Roman" panose="02020603050405020304" pitchFamily="18" charset="0"/>
            </a:endParaRPr>
          </a:p>
          <a:p>
            <a:r>
              <a:rPr lang="en-UG" dirty="0">
                <a:latin typeface="Times New Roman" panose="02020603050405020304" pitchFamily="18" charset="0"/>
                <a:cs typeface="Times New Roman" panose="02020603050405020304" pitchFamily="18" charset="0"/>
              </a:rPr>
              <a:t>It promotes inclusion in </a:t>
            </a:r>
            <a:r>
              <a:rPr lang="en-US" dirty="0">
                <a:latin typeface="Times New Roman" panose="02020603050405020304" pitchFamily="18" charset="0"/>
                <a:cs typeface="Times New Roman" panose="02020603050405020304" pitchFamily="18" charset="0"/>
              </a:rPr>
              <a:t>education and</a:t>
            </a:r>
            <a:r>
              <a:rPr lang="en-UG" dirty="0">
                <a:latin typeface="Times New Roman" panose="02020603050405020304" pitchFamily="18" charset="0"/>
                <a:cs typeface="Times New Roman" panose="02020603050405020304" pitchFamily="18" charset="0"/>
              </a:rPr>
              <a:t> workforce</a:t>
            </a:r>
            <a:r>
              <a:rPr lang="en-US" dirty="0">
                <a:latin typeface="Times New Roman" panose="02020603050405020304" pitchFamily="18" charset="0"/>
                <a:cs typeface="Times New Roman" panose="02020603050405020304" pitchFamily="18" charset="0"/>
              </a:rPr>
              <a:t>,</a:t>
            </a:r>
            <a:r>
              <a:rPr lang="en-UG" dirty="0">
                <a:latin typeface="Times New Roman" panose="02020603050405020304" pitchFamily="18" charset="0"/>
                <a:cs typeface="Times New Roman" panose="02020603050405020304" pitchFamily="18" charset="0"/>
              </a:rPr>
              <a:t> improves quality of life</a:t>
            </a:r>
            <a:r>
              <a:rPr lang="en-US" dirty="0">
                <a:latin typeface="Times New Roman" panose="02020603050405020304" pitchFamily="18" charset="0"/>
                <a:cs typeface="Times New Roman" panose="02020603050405020304" pitchFamily="18" charset="0"/>
              </a:rPr>
              <a:t> and supports Uganda’s Vision 2040 goal of inclusive human capital development</a:t>
            </a:r>
            <a:r>
              <a:rPr lang="en-UG"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study strengthens our technical and research skills in embedded systems, sensor integration and human computer interaction, preparing us for innovative problem-solving in the tech field. </a:t>
            </a:r>
          </a:p>
          <a:p>
            <a:r>
              <a:rPr lang="en-UG" dirty="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provides a valuable foundation for future researchers interested in assistive technologies, guiding them to develop more affordable, adaptive and locally based solutions for people with disabilities.</a:t>
            </a:r>
            <a:endParaRPr lang="en-UG" dirty="0">
              <a:latin typeface="Times New Roman" panose="02020603050405020304" pitchFamily="18" charset="0"/>
              <a:cs typeface="Times New Roman" panose="02020603050405020304" pitchFamily="18" charset="0"/>
            </a:endParaRPr>
          </a:p>
          <a:p>
            <a:pPr marL="0" indent="0">
              <a:buNone/>
            </a:pPr>
            <a:endParaRPr lang="en-UG" dirty="0">
              <a:latin typeface="Times New Roman" panose="02020603050405020304" pitchFamily="18" charset="0"/>
              <a:cs typeface="Times New Roman" panose="02020603050405020304" pitchFamily="18" charset="0"/>
            </a:endParaRPr>
          </a:p>
        </p:txBody>
      </p:sp>
      <p:pic>
        <p:nvPicPr>
          <p:cNvPr id="4" name="Picture 2" descr="This may contain: the letter s is made up of two intersecting lines, and it appears to be black">
            <a:extLst>
              <a:ext uri="{FF2B5EF4-FFF2-40B4-BE49-F238E27FC236}">
                <a16:creationId xmlns:a16="http://schemas.microsoft.com/office/drawing/2014/main" id="{A35AC610-0D85-759E-913C-CEE949F4EBE8}"/>
              </a:ext>
            </a:extLst>
          </p:cNvPr>
          <p:cNvPicPr>
            <a:picLocks noChangeAspect="1" noChangeArrowheads="1"/>
          </p:cNvPicPr>
          <p:nvPr/>
        </p:nvPicPr>
        <p:blipFill>
          <a:blip r:embed="rId2" cstate="print">
            <a:extLst>
              <a:ext uri="{BEBA8EAE-BF5A-486C-A8C5-ECC9F3942E4B}">
                <a14:imgProps xmlns:a14="http://schemas.microsoft.com/office/drawing/2010/main">
                  <a14:imgLayer r:embed="rId3">
                    <a14:imgEffect>
                      <a14:backgroundRemoval t="10000" b="90000" l="10000" r="90000">
                        <a14:foregroundMark x1="35623" y1="60383" x2="35623" y2="60383"/>
                        <a14:foregroundMark x1="60703" y1="41054" x2="60703" y2="41054"/>
                      </a14:backgroundRemoval>
                    </a14:imgEffect>
                  </a14:imgLayer>
                </a14:imgProps>
              </a:ext>
              <a:ext uri="{28A0092B-C50C-407E-A947-70E740481C1C}">
                <a14:useLocalDpi xmlns:a14="http://schemas.microsoft.com/office/drawing/2010/main" val="0"/>
              </a:ext>
            </a:extLst>
          </a:blip>
          <a:srcRect/>
          <a:stretch>
            <a:fillRect/>
          </a:stretch>
        </p:blipFill>
        <p:spPr bwMode="auto">
          <a:xfrm>
            <a:off x="-163912" y="-133245"/>
            <a:ext cx="1675986" cy="1675986"/>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Connector 5">
            <a:extLst>
              <a:ext uri="{FF2B5EF4-FFF2-40B4-BE49-F238E27FC236}">
                <a16:creationId xmlns:a16="http://schemas.microsoft.com/office/drawing/2014/main" id="{A6B6E7D7-92A4-DAE9-1111-7735B8F7F4A7}"/>
              </a:ext>
            </a:extLst>
          </p:cNvPr>
          <p:cNvCxnSpPr/>
          <p:nvPr/>
        </p:nvCxnSpPr>
        <p:spPr>
          <a:xfrm flipV="1">
            <a:off x="2961861" y="1431235"/>
            <a:ext cx="9230139" cy="71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92FD6D70-B21E-E291-6B78-9316E87855B6}"/>
              </a:ext>
            </a:extLst>
          </p:cNvPr>
          <p:cNvSpPr>
            <a:spLocks noGrp="1"/>
          </p:cNvSpPr>
          <p:nvPr>
            <p:ph type="sldNum" sz="quarter" idx="12"/>
          </p:nvPr>
        </p:nvSpPr>
        <p:spPr/>
        <p:txBody>
          <a:bodyPr/>
          <a:lstStyle/>
          <a:p>
            <a:fld id="{59198F8E-9E1E-4209-934C-4DCBBC18FC64}" type="slidenum">
              <a:rPr lang="en-US" smtClean="0"/>
              <a:t>6</a:t>
            </a:fld>
            <a:endParaRPr lang="en-US"/>
          </a:p>
        </p:txBody>
      </p:sp>
    </p:spTree>
    <p:extLst>
      <p:ext uri="{BB962C8B-B14F-4D97-AF65-F5344CB8AC3E}">
        <p14:creationId xmlns:p14="http://schemas.microsoft.com/office/powerpoint/2010/main" val="22560178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3600" y="84774"/>
            <a:ext cx="10058400" cy="967162"/>
          </a:xfrm>
        </p:spPr>
        <p:txBody>
          <a:bodyPr/>
          <a:lstStyle/>
          <a:p>
            <a:r>
              <a:rPr lang="en-US" dirty="0">
                <a:latin typeface="Times New Roman" panose="02020603050405020304" pitchFamily="18" charset="0"/>
                <a:cs typeface="Times New Roman" panose="02020603050405020304" pitchFamily="18" charset="0"/>
              </a:rPr>
              <a:t>Literature Review</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106526713"/>
              </p:ext>
            </p:extLst>
          </p:nvPr>
        </p:nvGraphicFramePr>
        <p:xfrm>
          <a:off x="477078" y="1051936"/>
          <a:ext cx="11264348" cy="5547647"/>
        </p:xfrm>
        <a:graphic>
          <a:graphicData uri="http://schemas.openxmlformats.org/drawingml/2006/table">
            <a:tbl>
              <a:tblPr firstRow="1" bandRow="1">
                <a:tableStyleId>{5C22544A-7EE6-4342-B048-85BDC9FD1C3A}</a:tableStyleId>
              </a:tblPr>
              <a:tblGrid>
                <a:gridCol w="1764126">
                  <a:extLst>
                    <a:ext uri="{9D8B030D-6E8A-4147-A177-3AD203B41FA5}">
                      <a16:colId xmlns:a16="http://schemas.microsoft.com/office/drawing/2014/main" val="2961735745"/>
                    </a:ext>
                  </a:extLst>
                </a:gridCol>
                <a:gridCol w="2303606">
                  <a:extLst>
                    <a:ext uri="{9D8B030D-6E8A-4147-A177-3AD203B41FA5}">
                      <a16:colId xmlns:a16="http://schemas.microsoft.com/office/drawing/2014/main" val="3883158658"/>
                    </a:ext>
                  </a:extLst>
                </a:gridCol>
                <a:gridCol w="2389722">
                  <a:extLst>
                    <a:ext uri="{9D8B030D-6E8A-4147-A177-3AD203B41FA5}">
                      <a16:colId xmlns:a16="http://schemas.microsoft.com/office/drawing/2014/main" val="95341660"/>
                    </a:ext>
                  </a:extLst>
                </a:gridCol>
                <a:gridCol w="2213839">
                  <a:extLst>
                    <a:ext uri="{9D8B030D-6E8A-4147-A177-3AD203B41FA5}">
                      <a16:colId xmlns:a16="http://schemas.microsoft.com/office/drawing/2014/main" val="2156888209"/>
                    </a:ext>
                  </a:extLst>
                </a:gridCol>
                <a:gridCol w="2593055">
                  <a:extLst>
                    <a:ext uri="{9D8B030D-6E8A-4147-A177-3AD203B41FA5}">
                      <a16:colId xmlns:a16="http://schemas.microsoft.com/office/drawing/2014/main" val="57267594"/>
                    </a:ext>
                  </a:extLst>
                </a:gridCol>
              </a:tblGrid>
              <a:tr h="780094">
                <a:tc>
                  <a:txBody>
                    <a:bodyPr/>
                    <a:lstStyle/>
                    <a:p>
                      <a:r>
                        <a:rPr lang="en-US" sz="1400" dirty="0">
                          <a:solidFill>
                            <a:schemeClr val="tx1"/>
                          </a:solidFill>
                          <a:latin typeface="Times New Roman" panose="02020603050405020304" pitchFamily="18" charset="0"/>
                          <a:cs typeface="Times New Roman" panose="02020603050405020304" pitchFamily="18" charset="0"/>
                        </a:rPr>
                        <a:t>AUTHORS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latin typeface="Times New Roman" panose="02020603050405020304" pitchFamily="18" charset="0"/>
                          <a:cs typeface="Times New Roman" panose="02020603050405020304" pitchFamily="18" charset="0"/>
                        </a:rPr>
                        <a:t>STUDY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solidFill>
                            <a:schemeClr val="tx1"/>
                          </a:solidFill>
                          <a:latin typeface="Times New Roman" panose="02020603050405020304" pitchFamily="18" charset="0"/>
                          <a:cs typeface="Times New Roman" panose="02020603050405020304" pitchFamily="18" charset="0"/>
                        </a:rPr>
                        <a:t>STRENGTH OF THE STUDY </a:t>
                      </a:r>
                      <a:endParaRPr lang="en-US" sz="1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solidFill>
                            <a:schemeClr val="tx1"/>
                          </a:solidFill>
                          <a:latin typeface="Times New Roman" panose="02020603050405020304" pitchFamily="18" charset="0"/>
                          <a:cs typeface="Times New Roman" panose="02020603050405020304" pitchFamily="18" charset="0"/>
                        </a:rPr>
                        <a:t>GAPS</a:t>
                      </a:r>
                      <a:endParaRPr lang="en-US" sz="1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solidFill>
                            <a:schemeClr val="tx1"/>
                          </a:solidFill>
                          <a:latin typeface="Times New Roman" panose="02020603050405020304" pitchFamily="18" charset="0"/>
                          <a:cs typeface="Times New Roman" panose="02020603050405020304" pitchFamily="18" charset="0"/>
                        </a:rPr>
                        <a:t>HOW OUR RESEARCH IS INTENDING TO BRIDGE</a:t>
                      </a:r>
                      <a:r>
                        <a:rPr lang="en-US" sz="1400" baseline="0">
                          <a:solidFill>
                            <a:schemeClr val="tx1"/>
                          </a:solidFill>
                          <a:latin typeface="Times New Roman" panose="02020603050405020304" pitchFamily="18" charset="0"/>
                          <a:cs typeface="Times New Roman" panose="02020603050405020304" pitchFamily="18" charset="0"/>
                        </a:rPr>
                        <a:t> THE GAPS</a:t>
                      </a:r>
                      <a:endParaRPr lang="en-US" sz="1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81420204"/>
                  </a:ext>
                </a:extLst>
              </a:tr>
              <a:tr h="1462677">
                <a:tc>
                  <a:txBody>
                    <a:bodyPr/>
                    <a:lstStyle/>
                    <a:p>
                      <a:r>
                        <a:rPr lang="en-US" sz="1400" b="0" i="0" u="none" baseline="0" dirty="0">
                          <a:latin typeface="Times New Roman" panose="02020603050405020304" pitchFamily="18" charset="0"/>
                          <a:cs typeface="Times New Roman" panose="02020603050405020304" pitchFamily="18" charset="0"/>
                        </a:rPr>
                        <a:t>(Ambar, Salim et al. 2023)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Times New Roman" panose="02020603050405020304" pitchFamily="18" charset="0"/>
                          <a:cs typeface="Times New Roman" panose="02020603050405020304" pitchFamily="18" charset="0"/>
                        </a:rPr>
                        <a:t>Development of a Wearable Sensor Glove for Real-Time Sign Language Translation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High accuracy for ASL alphabet </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Real-time display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Limited vocabulary</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It doesn’t handle dynamic phrases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400">
                          <a:latin typeface="Times New Roman" panose="02020603050405020304" pitchFamily="18" charset="0"/>
                          <a:cs typeface="Times New Roman" panose="02020603050405020304" pitchFamily="18" charset="0"/>
                        </a:rPr>
                        <a:t>Have a larger, diverse database with sign language gestures.</a:t>
                      </a:r>
                    </a:p>
                    <a:p>
                      <a:pPr marL="285750" indent="-285750">
                        <a:buFont typeface="Arial" panose="020B0604020202020204" pitchFamily="34" charset="0"/>
                        <a:buChar char="•"/>
                      </a:pPr>
                      <a:r>
                        <a:rPr lang="en-US" sz="1400">
                          <a:latin typeface="Times New Roman" panose="02020603050405020304" pitchFamily="18" charset="0"/>
                          <a:cs typeface="Times New Roman" panose="02020603050405020304" pitchFamily="18" charset="0"/>
                        </a:rPr>
                        <a:t>Add dynamic</a:t>
                      </a:r>
                      <a:r>
                        <a:rPr lang="en-US" sz="1400" baseline="0">
                          <a:latin typeface="Times New Roman" panose="02020603050405020304" pitchFamily="18" charset="0"/>
                          <a:cs typeface="Times New Roman" panose="02020603050405020304" pitchFamily="18" charset="0"/>
                        </a:rPr>
                        <a:t> gesture handling and a two-glove capture</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72219589"/>
                  </a:ext>
                </a:extLst>
              </a:tr>
              <a:tr h="780094">
                <a:tc>
                  <a:txBody>
                    <a:bodyPr/>
                    <a:lstStyle/>
                    <a:p>
                      <a:r>
                        <a:rPr lang="en-US" sz="1400" b="0" i="0" u="none" baseline="0" dirty="0">
                          <a:latin typeface="Times New Roman" panose="02020603050405020304" pitchFamily="18" charset="0"/>
                          <a:cs typeface="Times New Roman" panose="02020603050405020304" pitchFamily="18" charset="0"/>
                        </a:rPr>
                        <a:t>(Abougarair and Arebi 2022)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Times New Roman" panose="02020603050405020304" pitchFamily="18" charset="0"/>
                          <a:cs typeface="Times New Roman" panose="02020603050405020304" pitchFamily="18" charset="0"/>
                        </a:rPr>
                        <a:t>Smart Glove for Sign Language Translation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Simple wearable design </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Quick response time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400">
                          <a:latin typeface="Times New Roman" panose="02020603050405020304" pitchFamily="18" charset="0"/>
                          <a:cs typeface="Times New Roman" panose="02020603050405020304" pitchFamily="18" charset="0"/>
                        </a:rPr>
                        <a:t>No integration with mobility</a:t>
                      </a:r>
                    </a:p>
                    <a:p>
                      <a:pPr marL="285750" indent="-285750">
                        <a:buFont typeface="Arial" panose="020B0604020202020204" pitchFamily="34" charset="0"/>
                        <a:buChar char="•"/>
                      </a:pPr>
                      <a:r>
                        <a:rPr lang="en-US" sz="1400">
                          <a:latin typeface="Times New Roman" panose="02020603050405020304" pitchFamily="18" charset="0"/>
                          <a:cs typeface="Times New Roman" panose="02020603050405020304" pitchFamily="18" charset="0"/>
                        </a:rPr>
                        <a:t>Limited phrases</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Expand vocabulary</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Integrate gesture recognition and mobility support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69651135"/>
                  </a:ext>
                </a:extLst>
              </a:tr>
              <a:tr h="1235149">
                <a:tc>
                  <a:txBody>
                    <a:bodyPr/>
                    <a:lstStyle/>
                    <a:p>
                      <a:r>
                        <a:rPr lang="en-US" sz="1400" b="0" i="0" u="none" baseline="0" dirty="0">
                          <a:latin typeface="Times New Roman" panose="02020603050405020304" pitchFamily="18" charset="0"/>
                          <a:cs typeface="Times New Roman" panose="02020603050405020304" pitchFamily="18" charset="0"/>
                        </a:rPr>
                        <a:t>(Olayiwola, Olayode et al. 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Times New Roman" panose="02020603050405020304" pitchFamily="18" charset="0"/>
                          <a:cs typeface="Times New Roman" panose="02020603050405020304" pitchFamily="18" charset="0"/>
                        </a:rPr>
                        <a:t>A Smart Walking Stick With Voice</a:t>
                      </a:r>
                      <a:r>
                        <a:rPr lang="en-US" sz="1400" baseline="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Guidance In An African Language For Visually Impaired Persons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latin typeface="Times New Roman" panose="02020603050405020304" pitchFamily="18" charset="0"/>
                          <a:cs typeface="Times New Roman" panose="02020603050405020304" pitchFamily="18" charset="0"/>
                        </a:rPr>
                        <a:t>Includes voice guidance</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Culturally/ linguistically relevant</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Helps non-English speaking users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Handles limited obstacle types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Improves obstacle detection accuracy and variety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3714787"/>
                  </a:ext>
                </a:extLst>
              </a:tr>
              <a:tr h="1289633">
                <a:tc>
                  <a:txBody>
                    <a:bodyPr/>
                    <a:lstStyle/>
                    <a:p>
                      <a:r>
                        <a:rPr lang="da-DK" sz="1400" b="0" i="0" u="none" baseline="0" dirty="0">
                          <a:latin typeface="Times New Roman" panose="02020603050405020304" pitchFamily="18" charset="0"/>
                          <a:cs typeface="Times New Roman" panose="02020603050405020304" pitchFamily="18" charset="0"/>
                        </a:rPr>
                        <a:t>(Farooq, Shafi et al. 2022)</a:t>
                      </a:r>
                      <a:endParaRPr lang="en-US" sz="1400" b="0" i="0" u="none" baseline="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Times New Roman" panose="02020603050405020304" pitchFamily="18" charset="0"/>
                          <a:cs typeface="Times New Roman" panose="02020603050405020304" pitchFamily="18" charset="0"/>
                        </a:rPr>
                        <a:t>IoT Enabled Intelligent Stick for Visually Impaired People for Obstacle Recognition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Supports remote monitoring </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Navigation assistance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400">
                          <a:latin typeface="Times New Roman" panose="02020603050405020304" pitchFamily="18" charset="0"/>
                          <a:cs typeface="Times New Roman" panose="02020603050405020304" pitchFamily="18" charset="0"/>
                        </a:rPr>
                        <a:t>Power constraints </a:t>
                      </a:r>
                    </a:p>
                    <a:p>
                      <a:pPr marL="285750" indent="-285750">
                        <a:buFont typeface="Arial" panose="020B0604020202020204" pitchFamily="34" charset="0"/>
                        <a:buChar char="•"/>
                      </a:pPr>
                      <a:r>
                        <a:rPr lang="en-US" sz="1400">
                          <a:latin typeface="Times New Roman" panose="02020603050405020304" pitchFamily="18" charset="0"/>
                          <a:cs typeface="Times New Roman" panose="02020603050405020304" pitchFamily="18" charset="0"/>
                        </a:rPr>
                        <a:t>No communication integration</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Support more communication features and lower latency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06069997"/>
                  </a:ext>
                </a:extLst>
              </a:tr>
            </a:tbl>
          </a:graphicData>
        </a:graphic>
      </p:graphicFrame>
      <p:pic>
        <p:nvPicPr>
          <p:cNvPr id="3" name="Picture 2" descr="This may contain: the letter s is made up of two intersecting lines, and it appears to be black">
            <a:extLst>
              <a:ext uri="{FF2B5EF4-FFF2-40B4-BE49-F238E27FC236}">
                <a16:creationId xmlns:a16="http://schemas.microsoft.com/office/drawing/2014/main" id="{C487BAE6-59A0-EDA8-7281-66BFA964A517}"/>
              </a:ext>
            </a:extLst>
          </p:cNvPr>
          <p:cNvPicPr>
            <a:picLocks noChangeAspect="1" noChangeArrowheads="1"/>
          </p:cNvPicPr>
          <p:nvPr/>
        </p:nvPicPr>
        <p:blipFill>
          <a:blip r:embed="rId2" cstate="print">
            <a:extLst>
              <a:ext uri="{BEBA8EAE-BF5A-486C-A8C5-ECC9F3942E4B}">
                <a14:imgProps xmlns:a14="http://schemas.microsoft.com/office/drawing/2010/main">
                  <a14:imgLayer r:embed="rId3">
                    <a14:imgEffect>
                      <a14:backgroundRemoval t="10000" b="90000" l="10000" r="90000">
                        <a14:foregroundMark x1="35623" y1="60383" x2="35623" y2="60383"/>
                        <a14:foregroundMark x1="60703" y1="41054" x2="60703" y2="41054"/>
                      </a14:backgroundRemoval>
                    </a14:imgEffect>
                  </a14:imgLayer>
                </a14:imgProps>
              </a:ext>
              <a:ext uri="{28A0092B-C50C-407E-A947-70E740481C1C}">
                <a14:useLocalDpi xmlns:a14="http://schemas.microsoft.com/office/drawing/2010/main" val="0"/>
              </a:ext>
            </a:extLst>
          </a:blip>
          <a:srcRect/>
          <a:stretch>
            <a:fillRect/>
          </a:stretch>
        </p:blipFill>
        <p:spPr bwMode="auto">
          <a:xfrm>
            <a:off x="0" y="-123306"/>
            <a:ext cx="1365697" cy="1365697"/>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0EB7938B-3C62-39D8-8740-4715499D7396}"/>
              </a:ext>
            </a:extLst>
          </p:cNvPr>
          <p:cNvSpPr>
            <a:spLocks noGrp="1"/>
          </p:cNvSpPr>
          <p:nvPr>
            <p:ph type="sldNum" sz="quarter" idx="12"/>
          </p:nvPr>
        </p:nvSpPr>
        <p:spPr/>
        <p:txBody>
          <a:bodyPr/>
          <a:lstStyle/>
          <a:p>
            <a:fld id="{59198F8E-9E1E-4209-934C-4DCBBC18FC64}" type="slidenum">
              <a:rPr lang="en-US" smtClean="0"/>
              <a:t>7</a:t>
            </a:fld>
            <a:endParaRPr lang="en-US"/>
          </a:p>
        </p:txBody>
      </p:sp>
    </p:spTree>
    <p:extLst>
      <p:ext uri="{BB962C8B-B14F-4D97-AF65-F5344CB8AC3E}">
        <p14:creationId xmlns:p14="http://schemas.microsoft.com/office/powerpoint/2010/main" val="40878723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Methodology to be used. </a:t>
            </a:r>
          </a:p>
        </p:txBody>
      </p:sp>
      <p:graphicFrame>
        <p:nvGraphicFramePr>
          <p:cNvPr id="5" name="Diagram 4">
            <a:extLst>
              <a:ext uri="{FF2B5EF4-FFF2-40B4-BE49-F238E27FC236}">
                <a16:creationId xmlns:a16="http://schemas.microsoft.com/office/drawing/2014/main" id="{6E2BBC5E-76D2-3A6E-C63F-A796F0D91F7C}"/>
              </a:ext>
            </a:extLst>
          </p:cNvPr>
          <p:cNvGraphicFramePr/>
          <p:nvPr>
            <p:extLst>
              <p:ext uri="{D42A27DB-BD31-4B8C-83A1-F6EECF244321}">
                <p14:modId xmlns:p14="http://schemas.microsoft.com/office/powerpoint/2010/main" val="3665785138"/>
              </p:ext>
            </p:extLst>
          </p:nvPr>
        </p:nvGraphicFramePr>
        <p:xfrm>
          <a:off x="0" y="685800"/>
          <a:ext cx="12201939" cy="53250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05896E9E-EFE3-820A-1152-5A6738043B6E}"/>
              </a:ext>
            </a:extLst>
          </p:cNvPr>
          <p:cNvSpPr txBox="1"/>
          <p:nvPr/>
        </p:nvSpPr>
        <p:spPr>
          <a:xfrm>
            <a:off x="3372678" y="5804843"/>
            <a:ext cx="7679635"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Methodology aligns with project objectives 1–3.</a:t>
            </a:r>
            <a:endParaRPr lang="en-UG" sz="240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C6C3A831-E447-2CD0-01E9-839F1932FD6C}"/>
              </a:ext>
            </a:extLst>
          </p:cNvPr>
          <p:cNvCxnSpPr>
            <a:cxnSpLocks/>
          </p:cNvCxnSpPr>
          <p:nvPr/>
        </p:nvCxnSpPr>
        <p:spPr>
          <a:xfrm>
            <a:off x="2474843" y="1510749"/>
            <a:ext cx="97270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Picture 9" descr="This may contain: the letter s is made up of two intersecting lines, and it appears to be black">
            <a:extLst>
              <a:ext uri="{FF2B5EF4-FFF2-40B4-BE49-F238E27FC236}">
                <a16:creationId xmlns:a16="http://schemas.microsoft.com/office/drawing/2014/main" id="{D8551548-D49B-72F1-26B9-134233011E86}"/>
              </a:ext>
            </a:extLst>
          </p:cNvPr>
          <p:cNvPicPr>
            <a:picLocks noChangeAspect="1" noChangeArrowheads="1"/>
          </p:cNvPicPr>
          <p:nvPr/>
        </p:nvPicPr>
        <p:blipFill>
          <a:blip r:embed="rId7" cstate="print">
            <a:extLst>
              <a:ext uri="{BEBA8EAE-BF5A-486C-A8C5-ECC9F3942E4B}">
                <a14:imgProps xmlns:a14="http://schemas.microsoft.com/office/drawing/2010/main">
                  <a14:imgLayer r:embed="rId8">
                    <a14:imgEffect>
                      <a14:backgroundRemoval t="10000" b="90000" l="10000" r="90000">
                        <a14:foregroundMark x1="35623" y1="60383" x2="35623" y2="60383"/>
                        <a14:foregroundMark x1="60703" y1="41054" x2="60703" y2="41054"/>
                      </a14:backgroundRemoval>
                    </a14:imgEffect>
                  </a14:imgLayer>
                </a14:imgProps>
              </a:ext>
              <a:ext uri="{28A0092B-C50C-407E-A947-70E740481C1C}">
                <a14:useLocalDpi xmlns:a14="http://schemas.microsoft.com/office/drawing/2010/main" val="0"/>
              </a:ext>
            </a:extLst>
          </a:blip>
          <a:srcRect/>
          <a:stretch>
            <a:fillRect/>
          </a:stretch>
        </p:blipFill>
        <p:spPr bwMode="auto">
          <a:xfrm>
            <a:off x="0" y="-123306"/>
            <a:ext cx="1365697" cy="1365697"/>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D9C09051-2A71-E6F5-231E-FC2FE57B03D7}"/>
              </a:ext>
            </a:extLst>
          </p:cNvPr>
          <p:cNvSpPr>
            <a:spLocks noGrp="1"/>
          </p:cNvSpPr>
          <p:nvPr>
            <p:ph type="sldNum" sz="quarter" idx="12"/>
          </p:nvPr>
        </p:nvSpPr>
        <p:spPr/>
        <p:txBody>
          <a:bodyPr/>
          <a:lstStyle/>
          <a:p>
            <a:fld id="{59198F8E-9E1E-4209-934C-4DCBBC18FC64}" type="slidenum">
              <a:rPr lang="en-US" smtClean="0"/>
              <a:t>8</a:t>
            </a:fld>
            <a:endParaRPr lang="en-US"/>
          </a:p>
        </p:txBody>
      </p:sp>
    </p:spTree>
    <p:extLst>
      <p:ext uri="{BB962C8B-B14F-4D97-AF65-F5344CB8AC3E}">
        <p14:creationId xmlns:p14="http://schemas.microsoft.com/office/powerpoint/2010/main" val="25394739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4"/>
            <a:ext cx="10058400" cy="1089710"/>
          </a:xfrm>
        </p:spPr>
        <p:txBody>
          <a:bodyPr/>
          <a:lstStyle/>
          <a:p>
            <a:pPr algn="ctr"/>
            <a:r>
              <a:rPr lang="en-US" dirty="0">
                <a:latin typeface="Times New Roman" panose="02020603050405020304" pitchFamily="18" charset="0"/>
                <a:cs typeface="Times New Roman" panose="02020603050405020304" pitchFamily="18" charset="0"/>
              </a:rPr>
              <a:t>Work Plan</a:t>
            </a:r>
          </a:p>
        </p:txBody>
      </p:sp>
      <p:pic>
        <p:nvPicPr>
          <p:cNvPr id="7" name="Picture 6" descr="This may contain: the letter s is made up of two intersecting lines, and it appears to be black">
            <a:extLst>
              <a:ext uri="{FF2B5EF4-FFF2-40B4-BE49-F238E27FC236}">
                <a16:creationId xmlns:a16="http://schemas.microsoft.com/office/drawing/2014/main" id="{7C301161-485F-BE02-C4DF-F54CCA3018C4}"/>
              </a:ext>
            </a:extLst>
          </p:cNvPr>
          <p:cNvPicPr>
            <a:picLocks noChangeAspect="1" noChangeArrowheads="1"/>
          </p:cNvPicPr>
          <p:nvPr/>
        </p:nvPicPr>
        <p:blipFill>
          <a:blip r:embed="rId2" cstate="print">
            <a:extLst>
              <a:ext uri="{BEBA8EAE-BF5A-486C-A8C5-ECC9F3942E4B}">
                <a14:imgProps xmlns:a14="http://schemas.microsoft.com/office/drawing/2010/main">
                  <a14:imgLayer r:embed="rId3">
                    <a14:imgEffect>
                      <a14:backgroundRemoval t="10000" b="90000" l="10000" r="90000">
                        <a14:foregroundMark x1="35623" y1="60383" x2="35623" y2="60383"/>
                        <a14:foregroundMark x1="60703" y1="41054" x2="60703" y2="41054"/>
                      </a14:backgroundRemoval>
                    </a14:imgEffect>
                  </a14:imgLayer>
                </a14:imgProps>
              </a:ext>
              <a:ext uri="{28A0092B-C50C-407E-A947-70E740481C1C}">
                <a14:useLocalDpi xmlns:a14="http://schemas.microsoft.com/office/drawing/2010/main" val="0"/>
              </a:ext>
            </a:extLst>
          </a:blip>
          <a:srcRect/>
          <a:stretch>
            <a:fillRect/>
          </a:stretch>
        </p:blipFill>
        <p:spPr bwMode="auto">
          <a:xfrm>
            <a:off x="0" y="-123306"/>
            <a:ext cx="1365697" cy="1365697"/>
          </a:xfrm>
          <a:prstGeom prst="rect">
            <a:avLst/>
          </a:prstGeom>
          <a:noFill/>
          <a:extLst>
            <a:ext uri="{909E8E84-426E-40DD-AFC4-6F175D3DCCD1}">
              <a14:hiddenFill xmlns:a14="http://schemas.microsoft.com/office/drawing/2010/main">
                <a:solidFill>
                  <a:srgbClr val="FFFFFF"/>
                </a:solidFill>
              </a14:hiddenFill>
            </a:ext>
          </a:extLst>
        </p:spPr>
      </p:pic>
      <p:pic>
        <p:nvPicPr>
          <p:cNvPr id="8" name="Content Placeholder 7">
            <a:extLst>
              <a:ext uri="{FF2B5EF4-FFF2-40B4-BE49-F238E27FC236}">
                <a16:creationId xmlns:a16="http://schemas.microsoft.com/office/drawing/2014/main" id="{5F2AE559-5457-05A8-3940-709648261D04}"/>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rcRect t="6449"/>
          <a:stretch>
            <a:fillRect/>
          </a:stretch>
        </p:blipFill>
        <p:spPr>
          <a:xfrm>
            <a:off x="1255511" y="1652301"/>
            <a:ext cx="9958892" cy="4860043"/>
          </a:xfrm>
        </p:spPr>
      </p:pic>
      <p:sp>
        <p:nvSpPr>
          <p:cNvPr id="3" name="Slide Number Placeholder 2">
            <a:extLst>
              <a:ext uri="{FF2B5EF4-FFF2-40B4-BE49-F238E27FC236}">
                <a16:creationId xmlns:a16="http://schemas.microsoft.com/office/drawing/2014/main" id="{B1B1FA20-501A-E257-B866-134D4798FAA9}"/>
              </a:ext>
            </a:extLst>
          </p:cNvPr>
          <p:cNvSpPr>
            <a:spLocks noGrp="1"/>
          </p:cNvSpPr>
          <p:nvPr>
            <p:ph type="sldNum" sz="quarter" idx="12"/>
          </p:nvPr>
        </p:nvSpPr>
        <p:spPr/>
        <p:txBody>
          <a:bodyPr/>
          <a:lstStyle/>
          <a:p>
            <a:fld id="{59198F8E-9E1E-4209-934C-4DCBBC18FC64}" type="slidenum">
              <a:rPr lang="en-US" smtClean="0"/>
              <a:t>9</a:t>
            </a:fld>
            <a:endParaRPr lang="en-US"/>
          </a:p>
        </p:txBody>
      </p:sp>
    </p:spTree>
    <p:extLst>
      <p:ext uri="{BB962C8B-B14F-4D97-AF65-F5344CB8AC3E}">
        <p14:creationId xmlns:p14="http://schemas.microsoft.com/office/powerpoint/2010/main" val="6512658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9681" y="-57133"/>
            <a:ext cx="10515600" cy="1325563"/>
          </a:xfrm>
        </p:spPr>
        <p:txBody>
          <a:bodyPr/>
          <a:lstStyle/>
          <a:p>
            <a:pPr algn="ctr"/>
            <a:r>
              <a:rPr lang="en-US" dirty="0">
                <a:latin typeface="Times New Roman" panose="02020603050405020304" pitchFamily="18" charset="0"/>
                <a:cs typeface="Times New Roman" panose="02020603050405020304" pitchFamily="18" charset="0"/>
              </a:rPr>
              <a:t>Budget</a:t>
            </a:r>
          </a:p>
        </p:txBody>
      </p:sp>
      <p:pic>
        <p:nvPicPr>
          <p:cNvPr id="7" name="Picture 6" descr="This may contain: the letter s is made up of two intersecting lines, and it appears to be black">
            <a:extLst>
              <a:ext uri="{FF2B5EF4-FFF2-40B4-BE49-F238E27FC236}">
                <a16:creationId xmlns:a16="http://schemas.microsoft.com/office/drawing/2014/main" id="{671CB7C8-C8CD-9E02-B691-C7FCA73CB07A}"/>
              </a:ext>
            </a:extLst>
          </p:cNvPr>
          <p:cNvPicPr>
            <a:picLocks noChangeAspect="1" noChangeArrowheads="1"/>
          </p:cNvPicPr>
          <p:nvPr/>
        </p:nvPicPr>
        <p:blipFill>
          <a:blip r:embed="rId2" cstate="print">
            <a:extLst>
              <a:ext uri="{BEBA8EAE-BF5A-486C-A8C5-ECC9F3942E4B}">
                <a14:imgProps xmlns:a14="http://schemas.microsoft.com/office/drawing/2010/main">
                  <a14:imgLayer r:embed="rId3">
                    <a14:imgEffect>
                      <a14:backgroundRemoval t="10000" b="90000" l="10000" r="90000">
                        <a14:foregroundMark x1="35623" y1="60383" x2="35623" y2="60383"/>
                        <a14:foregroundMark x1="60703" y1="41054" x2="60703" y2="41054"/>
                      </a14:backgroundRemoval>
                    </a14:imgEffect>
                  </a14:imgLayer>
                </a14:imgProps>
              </a:ext>
              <a:ext uri="{28A0092B-C50C-407E-A947-70E740481C1C}">
                <a14:useLocalDpi xmlns:a14="http://schemas.microsoft.com/office/drawing/2010/main" val="0"/>
              </a:ext>
            </a:extLst>
          </a:blip>
          <a:srcRect/>
          <a:stretch>
            <a:fillRect/>
          </a:stretch>
        </p:blipFill>
        <p:spPr bwMode="auto">
          <a:xfrm>
            <a:off x="0" y="-123306"/>
            <a:ext cx="1365697" cy="136569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1" name="Content Placeholder 10">
            <a:extLst>
              <a:ext uri="{FF2B5EF4-FFF2-40B4-BE49-F238E27FC236}">
                <a16:creationId xmlns:a16="http://schemas.microsoft.com/office/drawing/2014/main" id="{A929F2DD-E504-B8E4-1D18-109DEFECFCC7}"/>
              </a:ext>
            </a:extLst>
          </p:cNvPr>
          <p:cNvGraphicFramePr>
            <a:graphicFrameLocks noGrp="1"/>
          </p:cNvGraphicFramePr>
          <p:nvPr>
            <p:ph idx="1"/>
            <p:extLst>
              <p:ext uri="{D42A27DB-BD31-4B8C-83A1-F6EECF244321}">
                <p14:modId xmlns:p14="http://schemas.microsoft.com/office/powerpoint/2010/main" val="2011412726"/>
              </p:ext>
            </p:extLst>
          </p:nvPr>
        </p:nvGraphicFramePr>
        <p:xfrm>
          <a:off x="1006719" y="1002942"/>
          <a:ext cx="10918311" cy="4826877"/>
        </p:xfrm>
        <a:graphic>
          <a:graphicData uri="http://schemas.openxmlformats.org/drawingml/2006/table">
            <a:tbl>
              <a:tblPr>
                <a:tableStyleId>{616DA210-FB5B-4158-B5E0-FEB733F419BA}</a:tableStyleId>
              </a:tblPr>
              <a:tblGrid>
                <a:gridCol w="4382136">
                  <a:extLst>
                    <a:ext uri="{9D8B030D-6E8A-4147-A177-3AD203B41FA5}">
                      <a16:colId xmlns:a16="http://schemas.microsoft.com/office/drawing/2014/main" val="24348653"/>
                    </a:ext>
                  </a:extLst>
                </a:gridCol>
                <a:gridCol w="1165281">
                  <a:extLst>
                    <a:ext uri="{9D8B030D-6E8A-4147-A177-3AD203B41FA5}">
                      <a16:colId xmlns:a16="http://schemas.microsoft.com/office/drawing/2014/main" val="3189265858"/>
                    </a:ext>
                  </a:extLst>
                </a:gridCol>
                <a:gridCol w="1936664">
                  <a:extLst>
                    <a:ext uri="{9D8B030D-6E8A-4147-A177-3AD203B41FA5}">
                      <a16:colId xmlns:a16="http://schemas.microsoft.com/office/drawing/2014/main" val="3974656445"/>
                    </a:ext>
                  </a:extLst>
                </a:gridCol>
                <a:gridCol w="3434230">
                  <a:extLst>
                    <a:ext uri="{9D8B030D-6E8A-4147-A177-3AD203B41FA5}">
                      <a16:colId xmlns:a16="http://schemas.microsoft.com/office/drawing/2014/main" val="306311875"/>
                    </a:ext>
                  </a:extLst>
                </a:gridCol>
              </a:tblGrid>
              <a:tr h="285737">
                <a:tc>
                  <a:txBody>
                    <a:bodyPr/>
                    <a:lstStyle/>
                    <a:p>
                      <a:pPr algn="l" fontAlgn="ctr">
                        <a:buNone/>
                      </a:pPr>
                      <a:r>
                        <a:rPr lang="en-US" sz="2000" b="1" u="none" strike="noStrike" dirty="0">
                          <a:effectLst/>
                          <a:latin typeface="Times New Roman" panose="02020603050405020304" pitchFamily="18" charset="0"/>
                          <a:cs typeface="Times New Roman" panose="02020603050405020304" pitchFamily="18" charset="0"/>
                        </a:rPr>
                        <a:t>Item</a:t>
                      </a:r>
                      <a:endParaRPr lang="en-US"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6788" marR="6788" marT="6788" marB="0" anchor="ctr"/>
                </a:tc>
                <a:tc>
                  <a:txBody>
                    <a:bodyPr/>
                    <a:lstStyle/>
                    <a:p>
                      <a:pPr algn="l" fontAlgn="ctr">
                        <a:buNone/>
                      </a:pPr>
                      <a:r>
                        <a:rPr lang="en-US" sz="2000" b="1" u="none" strike="noStrike" dirty="0">
                          <a:effectLst/>
                          <a:latin typeface="Times New Roman" panose="02020603050405020304" pitchFamily="18" charset="0"/>
                          <a:cs typeface="Times New Roman" panose="02020603050405020304" pitchFamily="18" charset="0"/>
                        </a:rPr>
                        <a:t>Quantity</a:t>
                      </a:r>
                      <a:endParaRPr lang="en-US"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6788" marR="6788" marT="6788" marB="0" anchor="ctr"/>
                </a:tc>
                <a:tc>
                  <a:txBody>
                    <a:bodyPr/>
                    <a:lstStyle/>
                    <a:p>
                      <a:pPr algn="l" fontAlgn="ctr">
                        <a:buNone/>
                      </a:pPr>
                      <a:r>
                        <a:rPr lang="en-US" sz="2000" b="1" u="none" strike="noStrike" dirty="0">
                          <a:effectLst/>
                          <a:latin typeface="Times New Roman" panose="02020603050405020304" pitchFamily="18" charset="0"/>
                          <a:cs typeface="Times New Roman" panose="02020603050405020304" pitchFamily="18" charset="0"/>
                        </a:rPr>
                        <a:t>Unit Cost </a:t>
                      </a:r>
                      <a:endParaRPr lang="en-US"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6788" marR="6788" marT="6788" marB="0" anchor="ctr"/>
                </a:tc>
                <a:tc>
                  <a:txBody>
                    <a:bodyPr/>
                    <a:lstStyle/>
                    <a:p>
                      <a:pPr algn="l" fontAlgn="ctr">
                        <a:buNone/>
                      </a:pPr>
                      <a:r>
                        <a:rPr lang="en-US" sz="2000" b="1" u="none" strike="noStrike" dirty="0">
                          <a:effectLst/>
                          <a:latin typeface="Times New Roman" panose="02020603050405020304" pitchFamily="18" charset="0"/>
                          <a:cs typeface="Times New Roman" panose="02020603050405020304" pitchFamily="18" charset="0"/>
                        </a:rPr>
                        <a:t>Total </a:t>
                      </a:r>
                      <a:endParaRPr lang="en-US"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6788" marR="6788" marT="6788" marB="0" anchor="ctr"/>
                </a:tc>
                <a:extLst>
                  <a:ext uri="{0D108BD9-81ED-4DB2-BD59-A6C34878D82A}">
                    <a16:rowId xmlns:a16="http://schemas.microsoft.com/office/drawing/2014/main" val="3121075967"/>
                  </a:ext>
                </a:extLst>
              </a:tr>
              <a:tr h="297440">
                <a:tc>
                  <a:txBody>
                    <a:bodyPr/>
                    <a:lstStyle/>
                    <a:p>
                      <a:pPr algn="l" fontAlgn="ctr">
                        <a:buNone/>
                      </a:pPr>
                      <a:r>
                        <a:rPr lang="en-US" sz="2000" u="none" strike="noStrike" dirty="0">
                          <a:solidFill>
                            <a:schemeClr val="tx1"/>
                          </a:solidFill>
                          <a:effectLst/>
                          <a:latin typeface="Times New Roman" panose="02020603050405020304" pitchFamily="18" charset="0"/>
                          <a:cs typeface="Times New Roman" panose="02020603050405020304" pitchFamily="18" charset="0"/>
                        </a:rPr>
                        <a:t>Arduino / ESP32 (clone)</a:t>
                      </a:r>
                      <a:endParaRPr lang="en-US"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bg1"/>
                    </a:solidFill>
                  </a:tcPr>
                </a:tc>
                <a:tc>
                  <a:txBody>
                    <a:bodyPr/>
                    <a:lstStyle/>
                    <a:p>
                      <a:pPr algn="l" fontAlgn="ctr">
                        <a:buNone/>
                      </a:pPr>
                      <a:r>
                        <a:rPr lang="en-US" sz="2000" b="0" i="0" u="none" strike="noStrike" dirty="0">
                          <a:solidFill>
                            <a:schemeClr val="tx1"/>
                          </a:solidFill>
                          <a:effectLst/>
                          <a:latin typeface="Times New Roman" panose="02020603050405020304" pitchFamily="18" charset="0"/>
                          <a:cs typeface="Times New Roman" panose="02020603050405020304" pitchFamily="18" charset="0"/>
                        </a:rPr>
                        <a:t>2</a:t>
                      </a:r>
                      <a:endParaRPr lang="en-UG"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bg1"/>
                    </a:solidFill>
                  </a:tcPr>
                </a:tc>
                <a:tc>
                  <a:txBody>
                    <a:bodyPr/>
                    <a:lstStyle/>
                    <a:p>
                      <a:pPr algn="l" fontAlgn="ctr">
                        <a:buNone/>
                      </a:pPr>
                      <a:r>
                        <a:rPr lang="en-US" sz="2000" u="none" strike="noStrike">
                          <a:solidFill>
                            <a:schemeClr val="tx1"/>
                          </a:solidFill>
                          <a:effectLst/>
                          <a:latin typeface="Times New Roman" panose="02020603050405020304" pitchFamily="18" charset="0"/>
                          <a:cs typeface="Times New Roman" panose="02020603050405020304" pitchFamily="18" charset="0"/>
                        </a:rPr>
                        <a:t>USh60,000</a:t>
                      </a:r>
                      <a:endParaRPr lang="en-US" sz="2000" b="0" i="0" u="none" strike="noStrike">
                        <a:solidFill>
                          <a:schemeClr val="tx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bg1"/>
                    </a:solidFill>
                  </a:tcPr>
                </a:tc>
                <a:tc>
                  <a:txBody>
                    <a:bodyPr/>
                    <a:lstStyle/>
                    <a:p>
                      <a:pPr algn="l" fontAlgn="ctr">
                        <a:buNone/>
                      </a:pPr>
                      <a:r>
                        <a:rPr lang="en-US" sz="2000" u="none" strike="noStrike" dirty="0">
                          <a:solidFill>
                            <a:schemeClr val="tx1"/>
                          </a:solidFill>
                          <a:effectLst/>
                          <a:latin typeface="Times New Roman" panose="02020603050405020304" pitchFamily="18" charset="0"/>
                          <a:cs typeface="Times New Roman" panose="02020603050405020304" pitchFamily="18" charset="0"/>
                        </a:rPr>
                        <a:t>USh120,000</a:t>
                      </a:r>
                      <a:endParaRPr lang="en-US"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bg1"/>
                    </a:solidFill>
                  </a:tcPr>
                </a:tc>
                <a:extLst>
                  <a:ext uri="{0D108BD9-81ED-4DB2-BD59-A6C34878D82A}">
                    <a16:rowId xmlns:a16="http://schemas.microsoft.com/office/drawing/2014/main" val="3955333599"/>
                  </a:ext>
                </a:extLst>
              </a:tr>
              <a:tr h="312312">
                <a:tc>
                  <a:txBody>
                    <a:bodyPr/>
                    <a:lstStyle/>
                    <a:p>
                      <a:pPr algn="l" fontAlgn="ctr">
                        <a:buNone/>
                      </a:pPr>
                      <a:r>
                        <a:rPr lang="en-US" sz="2000" u="none" strike="noStrike" dirty="0">
                          <a:solidFill>
                            <a:schemeClr val="tx1"/>
                          </a:solidFill>
                          <a:effectLst/>
                          <a:latin typeface="Times New Roman" panose="02020603050405020304" pitchFamily="18" charset="0"/>
                          <a:cs typeface="Times New Roman" panose="02020603050405020304" pitchFamily="18" charset="0"/>
                        </a:rPr>
                        <a:t>Flex Sensors (1 per finger)</a:t>
                      </a:r>
                      <a:endParaRPr lang="en-US"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bg1"/>
                    </a:solidFill>
                  </a:tcPr>
                </a:tc>
                <a:tc>
                  <a:txBody>
                    <a:bodyPr/>
                    <a:lstStyle/>
                    <a:p>
                      <a:pPr algn="l" fontAlgn="ctr">
                        <a:buNone/>
                      </a:pPr>
                      <a:r>
                        <a:rPr lang="en-UG" sz="2000" u="none" strike="noStrike">
                          <a:solidFill>
                            <a:schemeClr val="tx1"/>
                          </a:solidFill>
                          <a:effectLst/>
                          <a:latin typeface="Times New Roman" panose="02020603050405020304" pitchFamily="18" charset="0"/>
                          <a:cs typeface="Times New Roman" panose="02020603050405020304" pitchFamily="18" charset="0"/>
                        </a:rPr>
                        <a:t>5</a:t>
                      </a:r>
                      <a:endParaRPr lang="en-UG" sz="2000" b="0" i="0" u="none" strike="noStrike">
                        <a:solidFill>
                          <a:schemeClr val="tx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bg1"/>
                    </a:solidFill>
                  </a:tcPr>
                </a:tc>
                <a:tc>
                  <a:txBody>
                    <a:bodyPr/>
                    <a:lstStyle/>
                    <a:p>
                      <a:pPr algn="l" fontAlgn="ctr">
                        <a:buNone/>
                      </a:pPr>
                      <a:r>
                        <a:rPr lang="en-US" sz="2000" u="none" strike="noStrike" dirty="0">
                          <a:solidFill>
                            <a:schemeClr val="tx1"/>
                          </a:solidFill>
                          <a:effectLst/>
                          <a:latin typeface="Times New Roman" panose="02020603050405020304" pitchFamily="18" charset="0"/>
                          <a:cs typeface="Times New Roman" panose="02020603050405020304" pitchFamily="18" charset="0"/>
                        </a:rPr>
                        <a:t>USh65,000</a:t>
                      </a:r>
                      <a:endParaRPr lang="en-US"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bg1"/>
                    </a:solidFill>
                  </a:tcPr>
                </a:tc>
                <a:tc>
                  <a:txBody>
                    <a:bodyPr/>
                    <a:lstStyle/>
                    <a:p>
                      <a:pPr algn="l" fontAlgn="ctr">
                        <a:buNone/>
                      </a:pPr>
                      <a:r>
                        <a:rPr lang="en-US" sz="2000" u="none" strike="noStrike" dirty="0">
                          <a:solidFill>
                            <a:schemeClr val="tx1"/>
                          </a:solidFill>
                          <a:effectLst/>
                          <a:latin typeface="Times New Roman" panose="02020603050405020304" pitchFamily="18" charset="0"/>
                          <a:cs typeface="Times New Roman" panose="02020603050405020304" pitchFamily="18" charset="0"/>
                        </a:rPr>
                        <a:t>USh325,000</a:t>
                      </a:r>
                      <a:endParaRPr lang="en-US"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bg1"/>
                    </a:solidFill>
                  </a:tcPr>
                </a:tc>
                <a:extLst>
                  <a:ext uri="{0D108BD9-81ED-4DB2-BD59-A6C34878D82A}">
                    <a16:rowId xmlns:a16="http://schemas.microsoft.com/office/drawing/2014/main" val="1907122228"/>
                  </a:ext>
                </a:extLst>
              </a:tr>
              <a:tr h="356926">
                <a:tc>
                  <a:txBody>
                    <a:bodyPr/>
                    <a:lstStyle/>
                    <a:p>
                      <a:pPr algn="l" fontAlgn="ctr">
                        <a:buNone/>
                      </a:pPr>
                      <a:r>
                        <a:rPr lang="en-US" sz="2000" u="none" strike="noStrike" dirty="0">
                          <a:solidFill>
                            <a:schemeClr val="tx1"/>
                          </a:solidFill>
                          <a:effectLst/>
                          <a:latin typeface="Times New Roman" panose="02020603050405020304" pitchFamily="18" charset="0"/>
                          <a:cs typeface="Times New Roman" panose="02020603050405020304" pitchFamily="18" charset="0"/>
                        </a:rPr>
                        <a:t>Buzzer</a:t>
                      </a:r>
                      <a:endParaRPr lang="en-US"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bg1"/>
                    </a:solidFill>
                  </a:tcPr>
                </a:tc>
                <a:tc>
                  <a:txBody>
                    <a:bodyPr/>
                    <a:lstStyle/>
                    <a:p>
                      <a:pPr algn="l" fontAlgn="ctr">
                        <a:buNone/>
                      </a:pPr>
                      <a:r>
                        <a:rPr lang="en-UG" sz="2000" u="none" strike="noStrike" dirty="0">
                          <a:solidFill>
                            <a:schemeClr val="tx1"/>
                          </a:solidFill>
                          <a:effectLst/>
                          <a:latin typeface="Times New Roman" panose="02020603050405020304" pitchFamily="18" charset="0"/>
                          <a:cs typeface="Times New Roman" panose="02020603050405020304" pitchFamily="18" charset="0"/>
                        </a:rPr>
                        <a:t>1</a:t>
                      </a:r>
                      <a:endParaRPr lang="en-UG"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bg1"/>
                    </a:solidFill>
                  </a:tcPr>
                </a:tc>
                <a:tc>
                  <a:txBody>
                    <a:bodyPr/>
                    <a:lstStyle/>
                    <a:p>
                      <a:pPr algn="l" fontAlgn="ctr">
                        <a:buNone/>
                      </a:pPr>
                      <a:r>
                        <a:rPr lang="en-US" sz="2000" u="none" strike="noStrike" dirty="0">
                          <a:solidFill>
                            <a:schemeClr val="tx1"/>
                          </a:solidFill>
                          <a:effectLst/>
                          <a:latin typeface="Times New Roman" panose="02020603050405020304" pitchFamily="18" charset="0"/>
                          <a:cs typeface="Times New Roman" panose="02020603050405020304" pitchFamily="18" charset="0"/>
                        </a:rPr>
                        <a:t>USh35,000</a:t>
                      </a:r>
                      <a:endParaRPr lang="en-US"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bg1"/>
                    </a:solidFill>
                  </a:tcPr>
                </a:tc>
                <a:tc>
                  <a:txBody>
                    <a:bodyPr/>
                    <a:lstStyle/>
                    <a:p>
                      <a:pPr algn="l" fontAlgn="ctr">
                        <a:buNone/>
                      </a:pPr>
                      <a:r>
                        <a:rPr lang="en-US" sz="2000" u="none" strike="noStrike" dirty="0">
                          <a:solidFill>
                            <a:schemeClr val="tx1"/>
                          </a:solidFill>
                          <a:effectLst/>
                          <a:latin typeface="Times New Roman" panose="02020603050405020304" pitchFamily="18" charset="0"/>
                          <a:cs typeface="Times New Roman" panose="02020603050405020304" pitchFamily="18" charset="0"/>
                        </a:rPr>
                        <a:t>USh35,000</a:t>
                      </a:r>
                      <a:endParaRPr lang="en-US"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bg1"/>
                    </a:solidFill>
                  </a:tcPr>
                </a:tc>
                <a:extLst>
                  <a:ext uri="{0D108BD9-81ED-4DB2-BD59-A6C34878D82A}">
                    <a16:rowId xmlns:a16="http://schemas.microsoft.com/office/drawing/2014/main" val="716555755"/>
                  </a:ext>
                </a:extLst>
              </a:tr>
              <a:tr h="304875">
                <a:tc>
                  <a:txBody>
                    <a:bodyPr/>
                    <a:lstStyle/>
                    <a:p>
                      <a:pPr algn="l" fontAlgn="ctr">
                        <a:buNone/>
                      </a:pPr>
                      <a:r>
                        <a:rPr lang="en-US" sz="2000" u="none" strike="noStrike" dirty="0">
                          <a:solidFill>
                            <a:schemeClr val="tx1"/>
                          </a:solidFill>
                          <a:effectLst/>
                          <a:latin typeface="Times New Roman" panose="02020603050405020304" pitchFamily="18" charset="0"/>
                          <a:cs typeface="Times New Roman" panose="02020603050405020304" pitchFamily="18" charset="0"/>
                        </a:rPr>
                        <a:t>Ultrasonic Sensor (HC-SR04)</a:t>
                      </a:r>
                      <a:endParaRPr lang="en-US"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bg1"/>
                    </a:solidFill>
                  </a:tcPr>
                </a:tc>
                <a:tc>
                  <a:txBody>
                    <a:bodyPr/>
                    <a:lstStyle/>
                    <a:p>
                      <a:pPr algn="l" fontAlgn="ctr">
                        <a:buNone/>
                      </a:pPr>
                      <a:r>
                        <a:rPr lang="en-UG" sz="2000" u="none" strike="noStrike" dirty="0">
                          <a:solidFill>
                            <a:schemeClr val="tx1"/>
                          </a:solidFill>
                          <a:effectLst/>
                          <a:latin typeface="Times New Roman" panose="02020603050405020304" pitchFamily="18" charset="0"/>
                          <a:cs typeface="Times New Roman" panose="02020603050405020304" pitchFamily="18" charset="0"/>
                        </a:rPr>
                        <a:t>1</a:t>
                      </a:r>
                      <a:endParaRPr lang="en-UG"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bg1"/>
                    </a:solidFill>
                  </a:tcPr>
                </a:tc>
                <a:tc>
                  <a:txBody>
                    <a:bodyPr/>
                    <a:lstStyle/>
                    <a:p>
                      <a:pPr algn="l" fontAlgn="ctr">
                        <a:buNone/>
                      </a:pPr>
                      <a:r>
                        <a:rPr lang="en-US" sz="2000" u="none" strike="noStrike" dirty="0">
                          <a:solidFill>
                            <a:schemeClr val="tx1"/>
                          </a:solidFill>
                          <a:effectLst/>
                          <a:latin typeface="Times New Roman" panose="02020603050405020304" pitchFamily="18" charset="0"/>
                          <a:cs typeface="Times New Roman" panose="02020603050405020304" pitchFamily="18" charset="0"/>
                        </a:rPr>
                        <a:t>USh20,000</a:t>
                      </a:r>
                      <a:endParaRPr lang="en-US"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bg1"/>
                    </a:solidFill>
                  </a:tcPr>
                </a:tc>
                <a:tc>
                  <a:txBody>
                    <a:bodyPr/>
                    <a:lstStyle/>
                    <a:p>
                      <a:pPr algn="l" fontAlgn="ctr">
                        <a:buNone/>
                      </a:pPr>
                      <a:r>
                        <a:rPr lang="en-US" sz="2000" u="none" strike="noStrike" dirty="0">
                          <a:solidFill>
                            <a:schemeClr val="tx1"/>
                          </a:solidFill>
                          <a:effectLst/>
                          <a:latin typeface="Times New Roman" panose="02020603050405020304" pitchFamily="18" charset="0"/>
                          <a:cs typeface="Times New Roman" panose="02020603050405020304" pitchFamily="18" charset="0"/>
                        </a:rPr>
                        <a:t>USh20,000</a:t>
                      </a:r>
                      <a:endParaRPr lang="en-US"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bg1"/>
                    </a:solidFill>
                  </a:tcPr>
                </a:tc>
                <a:extLst>
                  <a:ext uri="{0D108BD9-81ED-4DB2-BD59-A6C34878D82A}">
                    <a16:rowId xmlns:a16="http://schemas.microsoft.com/office/drawing/2014/main" val="3981658281"/>
                  </a:ext>
                </a:extLst>
              </a:tr>
              <a:tr h="252824">
                <a:tc>
                  <a:txBody>
                    <a:bodyPr/>
                    <a:lstStyle/>
                    <a:p>
                      <a:pPr algn="l" fontAlgn="ctr">
                        <a:buNone/>
                      </a:pPr>
                      <a:endParaRPr lang="en-US"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bg1"/>
                    </a:solidFill>
                  </a:tcPr>
                </a:tc>
                <a:tc>
                  <a:txBody>
                    <a:bodyPr/>
                    <a:lstStyle/>
                    <a:p>
                      <a:pPr algn="l" fontAlgn="ctr">
                        <a:buNone/>
                      </a:pPr>
                      <a:endParaRPr lang="en-UG"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bg1"/>
                    </a:solidFill>
                  </a:tcPr>
                </a:tc>
                <a:tc>
                  <a:txBody>
                    <a:bodyPr/>
                    <a:lstStyle/>
                    <a:p>
                      <a:pPr algn="l" fontAlgn="ctr">
                        <a:buNone/>
                      </a:pPr>
                      <a:endParaRPr lang="en-US"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bg1"/>
                    </a:solidFill>
                  </a:tcPr>
                </a:tc>
                <a:tc>
                  <a:txBody>
                    <a:bodyPr/>
                    <a:lstStyle/>
                    <a:p>
                      <a:pPr algn="l" fontAlgn="ctr">
                        <a:buNone/>
                      </a:pPr>
                      <a:endParaRPr lang="en-US"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bg1"/>
                    </a:solidFill>
                  </a:tcPr>
                </a:tc>
                <a:extLst>
                  <a:ext uri="{0D108BD9-81ED-4DB2-BD59-A6C34878D82A}">
                    <a16:rowId xmlns:a16="http://schemas.microsoft.com/office/drawing/2014/main" val="3656912298"/>
                  </a:ext>
                </a:extLst>
              </a:tr>
              <a:tr h="245389">
                <a:tc>
                  <a:txBody>
                    <a:bodyPr/>
                    <a:lstStyle/>
                    <a:p>
                      <a:pPr algn="l" fontAlgn="ctr">
                        <a:buNone/>
                      </a:pPr>
                      <a:r>
                        <a:rPr lang="en-US" sz="2000" u="none" strike="noStrike" dirty="0">
                          <a:solidFill>
                            <a:schemeClr val="tx1"/>
                          </a:solidFill>
                          <a:effectLst/>
                          <a:latin typeface="Times New Roman" panose="02020603050405020304" pitchFamily="18" charset="0"/>
                          <a:cs typeface="Times New Roman" panose="02020603050405020304" pitchFamily="18" charset="0"/>
                        </a:rPr>
                        <a:t>Audio Module / Speaker</a:t>
                      </a:r>
                      <a:endParaRPr lang="en-US"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bg1"/>
                    </a:solidFill>
                  </a:tcPr>
                </a:tc>
                <a:tc>
                  <a:txBody>
                    <a:bodyPr/>
                    <a:lstStyle/>
                    <a:p>
                      <a:pPr algn="l" fontAlgn="ctr">
                        <a:buNone/>
                      </a:pPr>
                      <a:r>
                        <a:rPr lang="en-UG" sz="2000" u="none" strike="noStrike">
                          <a:solidFill>
                            <a:schemeClr val="tx1"/>
                          </a:solidFill>
                          <a:effectLst/>
                          <a:latin typeface="Times New Roman" panose="02020603050405020304" pitchFamily="18" charset="0"/>
                          <a:cs typeface="Times New Roman" panose="02020603050405020304" pitchFamily="18" charset="0"/>
                        </a:rPr>
                        <a:t>1</a:t>
                      </a:r>
                      <a:endParaRPr lang="en-UG" sz="2000" b="0" i="0" u="none" strike="noStrike">
                        <a:solidFill>
                          <a:schemeClr val="tx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bg1"/>
                    </a:solidFill>
                  </a:tcPr>
                </a:tc>
                <a:tc>
                  <a:txBody>
                    <a:bodyPr/>
                    <a:lstStyle/>
                    <a:p>
                      <a:pPr algn="l" fontAlgn="ctr">
                        <a:buNone/>
                      </a:pPr>
                      <a:r>
                        <a:rPr lang="en-US" sz="2000" u="none" strike="noStrike" dirty="0">
                          <a:solidFill>
                            <a:schemeClr val="tx1"/>
                          </a:solidFill>
                          <a:effectLst/>
                          <a:latin typeface="Times New Roman" panose="02020603050405020304" pitchFamily="18" charset="0"/>
                          <a:cs typeface="Times New Roman" panose="02020603050405020304" pitchFamily="18" charset="0"/>
                        </a:rPr>
                        <a:t>USh25,000</a:t>
                      </a:r>
                      <a:endParaRPr lang="en-US"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bg1"/>
                    </a:solidFill>
                  </a:tcPr>
                </a:tc>
                <a:tc>
                  <a:txBody>
                    <a:bodyPr/>
                    <a:lstStyle/>
                    <a:p>
                      <a:pPr algn="l" fontAlgn="ctr">
                        <a:buNone/>
                      </a:pPr>
                      <a:r>
                        <a:rPr lang="en-US" sz="2000" u="none" strike="noStrike" dirty="0">
                          <a:solidFill>
                            <a:schemeClr val="tx1"/>
                          </a:solidFill>
                          <a:effectLst/>
                          <a:latin typeface="Times New Roman" panose="02020603050405020304" pitchFamily="18" charset="0"/>
                          <a:cs typeface="Times New Roman" panose="02020603050405020304" pitchFamily="18" charset="0"/>
                        </a:rPr>
                        <a:t>USh25,000</a:t>
                      </a:r>
                      <a:endParaRPr lang="en-US"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bg1"/>
                    </a:solidFill>
                  </a:tcPr>
                </a:tc>
                <a:extLst>
                  <a:ext uri="{0D108BD9-81ED-4DB2-BD59-A6C34878D82A}">
                    <a16:rowId xmlns:a16="http://schemas.microsoft.com/office/drawing/2014/main" val="3324353488"/>
                  </a:ext>
                </a:extLst>
              </a:tr>
              <a:tr h="312312">
                <a:tc>
                  <a:txBody>
                    <a:bodyPr/>
                    <a:lstStyle/>
                    <a:p>
                      <a:pPr algn="l" fontAlgn="ctr">
                        <a:buNone/>
                      </a:pPr>
                      <a:r>
                        <a:rPr lang="en-US" sz="2000" u="none" strike="noStrike" dirty="0">
                          <a:solidFill>
                            <a:schemeClr val="tx1"/>
                          </a:solidFill>
                          <a:effectLst/>
                          <a:latin typeface="Times New Roman" panose="02020603050405020304" pitchFamily="18" charset="0"/>
                          <a:cs typeface="Times New Roman" panose="02020603050405020304" pitchFamily="18" charset="0"/>
                        </a:rPr>
                        <a:t>Battery Pack &amp; Power Supply</a:t>
                      </a:r>
                      <a:endParaRPr lang="en-US"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bg1"/>
                    </a:solidFill>
                  </a:tcPr>
                </a:tc>
                <a:tc>
                  <a:txBody>
                    <a:bodyPr/>
                    <a:lstStyle/>
                    <a:p>
                      <a:pPr algn="l" fontAlgn="ctr">
                        <a:buNone/>
                      </a:pPr>
                      <a:r>
                        <a:rPr lang="en-UG" sz="2000" u="none" strike="noStrike">
                          <a:solidFill>
                            <a:schemeClr val="tx1"/>
                          </a:solidFill>
                          <a:effectLst/>
                          <a:latin typeface="Times New Roman" panose="02020603050405020304" pitchFamily="18" charset="0"/>
                          <a:cs typeface="Times New Roman" panose="02020603050405020304" pitchFamily="18" charset="0"/>
                        </a:rPr>
                        <a:t>1</a:t>
                      </a:r>
                      <a:endParaRPr lang="en-UG" sz="2000" b="0" i="0" u="none" strike="noStrike">
                        <a:solidFill>
                          <a:schemeClr val="tx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bg1"/>
                    </a:solidFill>
                  </a:tcPr>
                </a:tc>
                <a:tc>
                  <a:txBody>
                    <a:bodyPr/>
                    <a:lstStyle/>
                    <a:p>
                      <a:pPr algn="l" fontAlgn="ctr">
                        <a:buNone/>
                      </a:pPr>
                      <a:r>
                        <a:rPr lang="en-US" sz="2000" u="none" strike="noStrike" dirty="0">
                          <a:solidFill>
                            <a:schemeClr val="tx1"/>
                          </a:solidFill>
                          <a:effectLst/>
                          <a:latin typeface="Times New Roman" panose="02020603050405020304" pitchFamily="18" charset="0"/>
                          <a:cs typeface="Times New Roman" panose="02020603050405020304" pitchFamily="18" charset="0"/>
                        </a:rPr>
                        <a:t>USh40,000</a:t>
                      </a:r>
                      <a:endParaRPr lang="en-US"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bg1"/>
                    </a:solidFill>
                  </a:tcPr>
                </a:tc>
                <a:tc>
                  <a:txBody>
                    <a:bodyPr/>
                    <a:lstStyle/>
                    <a:p>
                      <a:pPr algn="l" fontAlgn="ctr">
                        <a:buNone/>
                      </a:pPr>
                      <a:r>
                        <a:rPr lang="en-US" sz="2000" u="none" strike="noStrike" dirty="0">
                          <a:solidFill>
                            <a:schemeClr val="tx1"/>
                          </a:solidFill>
                          <a:effectLst/>
                          <a:latin typeface="Times New Roman" panose="02020603050405020304" pitchFamily="18" charset="0"/>
                          <a:cs typeface="Times New Roman" panose="02020603050405020304" pitchFamily="18" charset="0"/>
                        </a:rPr>
                        <a:t>USh40,000</a:t>
                      </a:r>
                      <a:endParaRPr lang="en-US"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bg1"/>
                    </a:solidFill>
                  </a:tcPr>
                </a:tc>
                <a:extLst>
                  <a:ext uri="{0D108BD9-81ED-4DB2-BD59-A6C34878D82A}">
                    <a16:rowId xmlns:a16="http://schemas.microsoft.com/office/drawing/2014/main" val="234666120"/>
                  </a:ext>
                </a:extLst>
              </a:tr>
              <a:tr h="285737">
                <a:tc>
                  <a:txBody>
                    <a:bodyPr/>
                    <a:lstStyle/>
                    <a:p>
                      <a:pPr algn="l" fontAlgn="ctr">
                        <a:buNone/>
                      </a:pPr>
                      <a:r>
                        <a:rPr lang="en-US" sz="2000" u="none" strike="noStrike" dirty="0">
                          <a:solidFill>
                            <a:schemeClr val="tx1"/>
                          </a:solidFill>
                          <a:effectLst/>
                          <a:latin typeface="Times New Roman" panose="02020603050405020304" pitchFamily="18" charset="0"/>
                          <a:cs typeface="Times New Roman" panose="02020603050405020304" pitchFamily="18" charset="0"/>
                        </a:rPr>
                        <a:t>Casing &amp; 3D Printing Materials</a:t>
                      </a:r>
                      <a:endParaRPr lang="en-US"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bg1"/>
                    </a:solidFill>
                  </a:tcPr>
                </a:tc>
                <a:tc>
                  <a:txBody>
                    <a:bodyPr/>
                    <a:lstStyle/>
                    <a:p>
                      <a:pPr algn="l" fontAlgn="ctr">
                        <a:buNone/>
                      </a:pPr>
                      <a:r>
                        <a:rPr lang="en-US" sz="2000" b="0" i="0" u="none" strike="noStrike" dirty="0">
                          <a:solidFill>
                            <a:schemeClr val="tx1"/>
                          </a:solidFill>
                          <a:effectLst/>
                          <a:latin typeface="Times New Roman" panose="02020603050405020304" pitchFamily="18" charset="0"/>
                          <a:cs typeface="Times New Roman" panose="02020603050405020304" pitchFamily="18" charset="0"/>
                        </a:rPr>
                        <a:t>1</a:t>
                      </a:r>
                      <a:endParaRPr lang="en-UG"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bg1"/>
                    </a:solidFill>
                  </a:tcPr>
                </a:tc>
                <a:tc>
                  <a:txBody>
                    <a:bodyPr/>
                    <a:lstStyle/>
                    <a:p>
                      <a:pPr algn="l" fontAlgn="ctr">
                        <a:buNone/>
                      </a:pPr>
                      <a:r>
                        <a:rPr lang="en-US" sz="2000" b="0" i="0" u="none" strike="noStrike" dirty="0">
                          <a:solidFill>
                            <a:schemeClr val="tx1"/>
                          </a:solidFill>
                          <a:effectLst/>
                          <a:latin typeface="Times New Roman" panose="02020603050405020304" pitchFamily="18" charset="0"/>
                          <a:cs typeface="Times New Roman" panose="02020603050405020304" pitchFamily="18" charset="0"/>
                        </a:rPr>
                        <a:t>USh60,000</a:t>
                      </a:r>
                      <a:endParaRPr lang="en-UG"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bg1"/>
                    </a:solidFill>
                  </a:tcPr>
                </a:tc>
                <a:tc>
                  <a:txBody>
                    <a:bodyPr/>
                    <a:lstStyle/>
                    <a:p>
                      <a:pPr algn="l" fontAlgn="ctr">
                        <a:buNone/>
                      </a:pPr>
                      <a:r>
                        <a:rPr lang="en-US" sz="2000" u="none" strike="noStrike" dirty="0">
                          <a:solidFill>
                            <a:schemeClr val="tx1"/>
                          </a:solidFill>
                          <a:effectLst/>
                          <a:latin typeface="Times New Roman" panose="02020603050405020304" pitchFamily="18" charset="0"/>
                          <a:cs typeface="Times New Roman" panose="02020603050405020304" pitchFamily="18" charset="0"/>
                        </a:rPr>
                        <a:t>USh60,000</a:t>
                      </a:r>
                      <a:endParaRPr lang="en-US" sz="2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bg1"/>
                    </a:solidFill>
                  </a:tcPr>
                </a:tc>
                <a:extLst>
                  <a:ext uri="{0D108BD9-81ED-4DB2-BD59-A6C34878D82A}">
                    <a16:rowId xmlns:a16="http://schemas.microsoft.com/office/drawing/2014/main" val="75511012"/>
                  </a:ext>
                </a:extLst>
              </a:tr>
              <a:tr h="386671">
                <a:tc>
                  <a:txBody>
                    <a:bodyPr/>
                    <a:lstStyle/>
                    <a:p>
                      <a:pPr algn="l" fontAlgn="ctr">
                        <a:buNone/>
                      </a:pPr>
                      <a:r>
                        <a:rPr lang="en-US" sz="2000" u="none" strike="noStrike" dirty="0">
                          <a:solidFill>
                            <a:schemeClr val="bg1"/>
                          </a:solidFill>
                          <a:effectLst/>
                          <a:latin typeface="Times New Roman" panose="02020603050405020304" pitchFamily="18" charset="0"/>
                          <a:cs typeface="Times New Roman" panose="02020603050405020304" pitchFamily="18" charset="0"/>
                        </a:rPr>
                        <a:t>Laptop (shared for coding &amp; testing)</a:t>
                      </a:r>
                      <a:endParaRPr lang="en-US" sz="2000" b="0" i="0" u="none" strike="noStrike" dirty="0">
                        <a:solidFill>
                          <a:schemeClr val="bg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accent6">
                        <a:lumMod val="50000"/>
                      </a:schemeClr>
                    </a:solidFill>
                  </a:tcPr>
                </a:tc>
                <a:tc>
                  <a:txBody>
                    <a:bodyPr/>
                    <a:lstStyle/>
                    <a:p>
                      <a:pPr algn="l" fontAlgn="ctr">
                        <a:buNone/>
                      </a:pPr>
                      <a:r>
                        <a:rPr lang="en-UG" sz="2000" u="none" strike="noStrike" dirty="0">
                          <a:solidFill>
                            <a:schemeClr val="bg1"/>
                          </a:solidFill>
                          <a:effectLst/>
                          <a:latin typeface="Times New Roman" panose="02020603050405020304" pitchFamily="18" charset="0"/>
                          <a:cs typeface="Times New Roman" panose="02020603050405020304" pitchFamily="18" charset="0"/>
                        </a:rPr>
                        <a:t>1</a:t>
                      </a:r>
                      <a:endParaRPr lang="en-UG" sz="2000" b="0" i="0" u="none" strike="noStrike" dirty="0">
                        <a:solidFill>
                          <a:schemeClr val="bg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accent6">
                        <a:lumMod val="50000"/>
                      </a:schemeClr>
                    </a:solidFill>
                  </a:tcPr>
                </a:tc>
                <a:tc>
                  <a:txBody>
                    <a:bodyPr/>
                    <a:lstStyle/>
                    <a:p>
                      <a:pPr algn="l" fontAlgn="ctr">
                        <a:buNone/>
                      </a:pPr>
                      <a:r>
                        <a:rPr lang="en-US" sz="2000" u="none" strike="noStrike" dirty="0">
                          <a:solidFill>
                            <a:schemeClr val="bg1"/>
                          </a:solidFill>
                          <a:effectLst/>
                          <a:latin typeface="Times New Roman" panose="02020603050405020304" pitchFamily="18" charset="0"/>
                          <a:cs typeface="Times New Roman" panose="02020603050405020304" pitchFamily="18" charset="0"/>
                        </a:rPr>
                        <a:t>USh1,500,000</a:t>
                      </a:r>
                      <a:endParaRPr lang="en-US" sz="2000" b="0" i="0" u="none" strike="noStrike" dirty="0">
                        <a:solidFill>
                          <a:schemeClr val="bg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accent6">
                        <a:lumMod val="50000"/>
                      </a:schemeClr>
                    </a:solidFill>
                  </a:tcPr>
                </a:tc>
                <a:tc>
                  <a:txBody>
                    <a:bodyPr/>
                    <a:lstStyle/>
                    <a:p>
                      <a:pPr algn="l" fontAlgn="ctr">
                        <a:buNone/>
                      </a:pPr>
                      <a:r>
                        <a:rPr lang="en-US" sz="2000" u="none" strike="noStrike" dirty="0">
                          <a:solidFill>
                            <a:schemeClr val="bg1"/>
                          </a:solidFill>
                          <a:effectLst/>
                          <a:latin typeface="Times New Roman" panose="02020603050405020304" pitchFamily="18" charset="0"/>
                          <a:cs typeface="Times New Roman" panose="02020603050405020304" pitchFamily="18" charset="0"/>
                        </a:rPr>
                        <a:t>USh1,500,000</a:t>
                      </a:r>
                      <a:endParaRPr lang="en-US" sz="2000" b="0" i="0" u="none" strike="noStrike" dirty="0">
                        <a:solidFill>
                          <a:schemeClr val="bg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accent6">
                        <a:lumMod val="50000"/>
                      </a:schemeClr>
                    </a:solidFill>
                  </a:tcPr>
                </a:tc>
                <a:extLst>
                  <a:ext uri="{0D108BD9-81ED-4DB2-BD59-A6C34878D82A}">
                    <a16:rowId xmlns:a16="http://schemas.microsoft.com/office/drawing/2014/main" val="3874393745"/>
                  </a:ext>
                </a:extLst>
              </a:tr>
              <a:tr h="334617">
                <a:tc>
                  <a:txBody>
                    <a:bodyPr/>
                    <a:lstStyle/>
                    <a:p>
                      <a:pPr algn="l" fontAlgn="ctr">
                        <a:buNone/>
                      </a:pPr>
                      <a:r>
                        <a:rPr lang="en-US" sz="2000" u="none" strike="noStrike">
                          <a:solidFill>
                            <a:schemeClr val="bg1"/>
                          </a:solidFill>
                          <a:effectLst/>
                          <a:latin typeface="Times New Roman" panose="02020603050405020304" pitchFamily="18" charset="0"/>
                          <a:cs typeface="Times New Roman" panose="02020603050405020304" pitchFamily="18" charset="0"/>
                        </a:rPr>
                        <a:t>Smartphones (for mobile testing)</a:t>
                      </a:r>
                      <a:endParaRPr lang="en-US" sz="2000" b="0" i="0" u="none" strike="noStrike">
                        <a:solidFill>
                          <a:schemeClr val="bg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accent6">
                        <a:lumMod val="50000"/>
                      </a:schemeClr>
                    </a:solidFill>
                  </a:tcPr>
                </a:tc>
                <a:tc>
                  <a:txBody>
                    <a:bodyPr/>
                    <a:lstStyle/>
                    <a:p>
                      <a:pPr algn="l" fontAlgn="ctr">
                        <a:buNone/>
                      </a:pPr>
                      <a:r>
                        <a:rPr lang="en-UG" sz="2000" u="none" strike="noStrike">
                          <a:solidFill>
                            <a:schemeClr val="bg1"/>
                          </a:solidFill>
                          <a:effectLst/>
                          <a:latin typeface="Times New Roman" panose="02020603050405020304" pitchFamily="18" charset="0"/>
                          <a:cs typeface="Times New Roman" panose="02020603050405020304" pitchFamily="18" charset="0"/>
                        </a:rPr>
                        <a:t>2</a:t>
                      </a:r>
                      <a:endParaRPr lang="en-UG" sz="2000" b="0" i="0" u="none" strike="noStrike">
                        <a:solidFill>
                          <a:schemeClr val="bg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accent6">
                        <a:lumMod val="50000"/>
                      </a:schemeClr>
                    </a:solidFill>
                  </a:tcPr>
                </a:tc>
                <a:tc>
                  <a:txBody>
                    <a:bodyPr/>
                    <a:lstStyle/>
                    <a:p>
                      <a:pPr algn="l" fontAlgn="ctr">
                        <a:buNone/>
                      </a:pPr>
                      <a:r>
                        <a:rPr lang="en-US" sz="2000" u="none" strike="noStrike" dirty="0">
                          <a:solidFill>
                            <a:schemeClr val="bg1"/>
                          </a:solidFill>
                          <a:effectLst/>
                          <a:latin typeface="Times New Roman" panose="02020603050405020304" pitchFamily="18" charset="0"/>
                          <a:cs typeface="Times New Roman" panose="02020603050405020304" pitchFamily="18" charset="0"/>
                        </a:rPr>
                        <a:t>USh450,000</a:t>
                      </a:r>
                      <a:endParaRPr lang="en-US" sz="2000" b="0" i="0" u="none" strike="noStrike" dirty="0">
                        <a:solidFill>
                          <a:schemeClr val="bg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accent6">
                        <a:lumMod val="50000"/>
                      </a:schemeClr>
                    </a:solidFill>
                  </a:tcPr>
                </a:tc>
                <a:tc>
                  <a:txBody>
                    <a:bodyPr/>
                    <a:lstStyle/>
                    <a:p>
                      <a:pPr algn="l" fontAlgn="ctr">
                        <a:buNone/>
                      </a:pPr>
                      <a:r>
                        <a:rPr lang="en-US" sz="2000" u="none" strike="noStrike" dirty="0">
                          <a:solidFill>
                            <a:schemeClr val="bg1"/>
                          </a:solidFill>
                          <a:effectLst/>
                          <a:latin typeface="Times New Roman" panose="02020603050405020304" pitchFamily="18" charset="0"/>
                          <a:cs typeface="Times New Roman" panose="02020603050405020304" pitchFamily="18" charset="0"/>
                        </a:rPr>
                        <a:t>USh900,000</a:t>
                      </a:r>
                      <a:endParaRPr lang="en-US" sz="2000" b="0" i="0" u="none" strike="noStrike" dirty="0">
                        <a:solidFill>
                          <a:schemeClr val="bg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accent6">
                        <a:lumMod val="50000"/>
                      </a:schemeClr>
                    </a:solidFill>
                  </a:tcPr>
                </a:tc>
                <a:extLst>
                  <a:ext uri="{0D108BD9-81ED-4DB2-BD59-A6C34878D82A}">
                    <a16:rowId xmlns:a16="http://schemas.microsoft.com/office/drawing/2014/main" val="459192613"/>
                  </a:ext>
                </a:extLst>
              </a:tr>
              <a:tr h="260259">
                <a:tc>
                  <a:txBody>
                    <a:bodyPr/>
                    <a:lstStyle/>
                    <a:p>
                      <a:pPr algn="l" fontAlgn="ctr">
                        <a:buNone/>
                      </a:pPr>
                      <a:r>
                        <a:rPr lang="en-US" sz="2000" u="none" strike="noStrike">
                          <a:solidFill>
                            <a:schemeClr val="bg1"/>
                          </a:solidFill>
                          <a:effectLst/>
                          <a:latin typeface="Times New Roman" panose="02020603050405020304" pitchFamily="18" charset="0"/>
                          <a:cs typeface="Times New Roman" panose="02020603050405020304" pitchFamily="18" charset="0"/>
                        </a:rPr>
                        <a:t>Internet &amp; Data Bundles</a:t>
                      </a:r>
                      <a:endParaRPr lang="en-US" sz="2000" b="0" i="0" u="none" strike="noStrike">
                        <a:solidFill>
                          <a:schemeClr val="bg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accent6">
                        <a:lumMod val="50000"/>
                      </a:schemeClr>
                    </a:solidFill>
                  </a:tcPr>
                </a:tc>
                <a:tc>
                  <a:txBody>
                    <a:bodyPr/>
                    <a:lstStyle/>
                    <a:p>
                      <a:pPr algn="l" fontAlgn="ctr">
                        <a:buNone/>
                      </a:pPr>
                      <a:r>
                        <a:rPr lang="en-UG" sz="2000" u="none" strike="noStrike" dirty="0">
                          <a:solidFill>
                            <a:schemeClr val="bg1"/>
                          </a:solidFill>
                          <a:effectLst/>
                          <a:latin typeface="Times New Roman" panose="02020603050405020304" pitchFamily="18" charset="0"/>
                          <a:cs typeface="Times New Roman" panose="02020603050405020304" pitchFamily="18" charset="0"/>
                        </a:rPr>
                        <a:t>–</a:t>
                      </a:r>
                      <a:endParaRPr lang="en-UG" sz="2000" b="0" i="0" u="none" strike="noStrike" dirty="0">
                        <a:solidFill>
                          <a:schemeClr val="bg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accent6">
                        <a:lumMod val="50000"/>
                      </a:schemeClr>
                    </a:solidFill>
                  </a:tcPr>
                </a:tc>
                <a:tc>
                  <a:txBody>
                    <a:bodyPr/>
                    <a:lstStyle/>
                    <a:p>
                      <a:pPr algn="l" fontAlgn="ctr">
                        <a:buNone/>
                      </a:pPr>
                      <a:r>
                        <a:rPr lang="en-UG" sz="2000" u="none" strike="noStrike" dirty="0">
                          <a:solidFill>
                            <a:schemeClr val="bg1"/>
                          </a:solidFill>
                          <a:effectLst/>
                          <a:latin typeface="Times New Roman" panose="02020603050405020304" pitchFamily="18" charset="0"/>
                          <a:cs typeface="Times New Roman" panose="02020603050405020304" pitchFamily="18" charset="0"/>
                        </a:rPr>
                        <a:t>–</a:t>
                      </a:r>
                      <a:endParaRPr lang="en-UG" sz="2000" b="0" i="0" u="none" strike="noStrike" dirty="0">
                        <a:solidFill>
                          <a:schemeClr val="bg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accent6">
                        <a:lumMod val="50000"/>
                      </a:schemeClr>
                    </a:solidFill>
                  </a:tcPr>
                </a:tc>
                <a:tc>
                  <a:txBody>
                    <a:bodyPr/>
                    <a:lstStyle/>
                    <a:p>
                      <a:pPr algn="l" fontAlgn="ctr">
                        <a:buNone/>
                      </a:pPr>
                      <a:r>
                        <a:rPr lang="en-US" sz="2000" u="none" strike="noStrike" dirty="0">
                          <a:solidFill>
                            <a:schemeClr val="bg1"/>
                          </a:solidFill>
                          <a:effectLst/>
                          <a:latin typeface="Times New Roman" panose="02020603050405020304" pitchFamily="18" charset="0"/>
                          <a:cs typeface="Times New Roman" panose="02020603050405020304" pitchFamily="18" charset="0"/>
                        </a:rPr>
                        <a:t>USh150,000</a:t>
                      </a:r>
                      <a:endParaRPr lang="en-US" sz="2000" b="0" i="0" u="none" strike="noStrike" dirty="0">
                        <a:solidFill>
                          <a:schemeClr val="bg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accent6">
                        <a:lumMod val="50000"/>
                      </a:schemeClr>
                    </a:solidFill>
                  </a:tcPr>
                </a:tc>
                <a:extLst>
                  <a:ext uri="{0D108BD9-81ED-4DB2-BD59-A6C34878D82A}">
                    <a16:rowId xmlns:a16="http://schemas.microsoft.com/office/drawing/2014/main" val="1746958713"/>
                  </a:ext>
                </a:extLst>
              </a:tr>
              <a:tr h="319747">
                <a:tc>
                  <a:txBody>
                    <a:bodyPr/>
                    <a:lstStyle/>
                    <a:p>
                      <a:pPr algn="l" fontAlgn="ctr">
                        <a:buNone/>
                      </a:pPr>
                      <a:r>
                        <a:rPr lang="en-US" sz="2000" u="none" strike="noStrike">
                          <a:solidFill>
                            <a:schemeClr val="bg1"/>
                          </a:solidFill>
                          <a:effectLst/>
                          <a:latin typeface="Times New Roman" panose="02020603050405020304" pitchFamily="18" charset="0"/>
                          <a:cs typeface="Times New Roman" panose="02020603050405020304" pitchFamily="18" charset="0"/>
                        </a:rPr>
                        <a:t>Transport (for field testing &amp; meetings)</a:t>
                      </a:r>
                      <a:endParaRPr lang="en-US" sz="2000" b="0" i="0" u="none" strike="noStrike">
                        <a:solidFill>
                          <a:schemeClr val="bg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accent6">
                        <a:lumMod val="50000"/>
                      </a:schemeClr>
                    </a:solidFill>
                  </a:tcPr>
                </a:tc>
                <a:tc>
                  <a:txBody>
                    <a:bodyPr/>
                    <a:lstStyle/>
                    <a:p>
                      <a:pPr algn="l" fontAlgn="ctr">
                        <a:buNone/>
                      </a:pPr>
                      <a:r>
                        <a:rPr lang="en-UG" sz="2000" u="none" strike="noStrike">
                          <a:solidFill>
                            <a:schemeClr val="bg1"/>
                          </a:solidFill>
                          <a:effectLst/>
                          <a:latin typeface="Times New Roman" panose="02020603050405020304" pitchFamily="18" charset="0"/>
                          <a:cs typeface="Times New Roman" panose="02020603050405020304" pitchFamily="18" charset="0"/>
                        </a:rPr>
                        <a:t>–</a:t>
                      </a:r>
                      <a:endParaRPr lang="en-UG" sz="2000" b="0" i="0" u="none" strike="noStrike">
                        <a:solidFill>
                          <a:schemeClr val="bg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accent6">
                        <a:lumMod val="50000"/>
                      </a:schemeClr>
                    </a:solidFill>
                  </a:tcPr>
                </a:tc>
                <a:tc>
                  <a:txBody>
                    <a:bodyPr/>
                    <a:lstStyle/>
                    <a:p>
                      <a:pPr algn="l" fontAlgn="ctr">
                        <a:buNone/>
                      </a:pPr>
                      <a:r>
                        <a:rPr lang="en-UG" sz="2000" u="none" strike="noStrike">
                          <a:solidFill>
                            <a:schemeClr val="bg1"/>
                          </a:solidFill>
                          <a:effectLst/>
                          <a:latin typeface="Times New Roman" panose="02020603050405020304" pitchFamily="18" charset="0"/>
                          <a:cs typeface="Times New Roman" panose="02020603050405020304" pitchFamily="18" charset="0"/>
                        </a:rPr>
                        <a:t>–</a:t>
                      </a:r>
                      <a:endParaRPr lang="en-UG" sz="2000" b="0" i="0" u="none" strike="noStrike">
                        <a:solidFill>
                          <a:schemeClr val="bg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accent6">
                        <a:lumMod val="50000"/>
                      </a:schemeClr>
                    </a:solidFill>
                  </a:tcPr>
                </a:tc>
                <a:tc>
                  <a:txBody>
                    <a:bodyPr/>
                    <a:lstStyle/>
                    <a:p>
                      <a:pPr algn="l" fontAlgn="ctr">
                        <a:buNone/>
                      </a:pPr>
                      <a:r>
                        <a:rPr lang="en-US" sz="2000" u="none" strike="noStrike" dirty="0">
                          <a:solidFill>
                            <a:schemeClr val="bg1"/>
                          </a:solidFill>
                          <a:effectLst/>
                          <a:latin typeface="Times New Roman" panose="02020603050405020304" pitchFamily="18" charset="0"/>
                          <a:cs typeface="Times New Roman" panose="02020603050405020304" pitchFamily="18" charset="0"/>
                        </a:rPr>
                        <a:t>USh250,000</a:t>
                      </a:r>
                      <a:endParaRPr lang="en-US" sz="2000" b="0" i="0" u="none" strike="noStrike" dirty="0">
                        <a:solidFill>
                          <a:schemeClr val="bg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accent6">
                        <a:lumMod val="50000"/>
                      </a:schemeClr>
                    </a:solidFill>
                  </a:tcPr>
                </a:tc>
                <a:extLst>
                  <a:ext uri="{0D108BD9-81ED-4DB2-BD59-A6C34878D82A}">
                    <a16:rowId xmlns:a16="http://schemas.microsoft.com/office/drawing/2014/main" val="738890056"/>
                  </a:ext>
                </a:extLst>
              </a:tr>
              <a:tr h="290003">
                <a:tc>
                  <a:txBody>
                    <a:bodyPr/>
                    <a:lstStyle/>
                    <a:p>
                      <a:pPr algn="l" fontAlgn="ctr">
                        <a:buNone/>
                      </a:pPr>
                      <a:r>
                        <a:rPr lang="en-US" sz="2000" u="none" strike="noStrike" dirty="0">
                          <a:solidFill>
                            <a:schemeClr val="bg1"/>
                          </a:solidFill>
                          <a:effectLst/>
                          <a:latin typeface="Times New Roman" panose="02020603050405020304" pitchFamily="18" charset="0"/>
                          <a:cs typeface="Times New Roman" panose="02020603050405020304" pitchFamily="18" charset="0"/>
                        </a:rPr>
                        <a:t>Consultations &amp; Expert Guidance</a:t>
                      </a:r>
                      <a:endParaRPr lang="en-US" sz="2000" b="0" i="0" u="none" strike="noStrike" dirty="0">
                        <a:solidFill>
                          <a:schemeClr val="bg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accent6">
                        <a:lumMod val="50000"/>
                      </a:schemeClr>
                    </a:solidFill>
                  </a:tcPr>
                </a:tc>
                <a:tc>
                  <a:txBody>
                    <a:bodyPr/>
                    <a:lstStyle/>
                    <a:p>
                      <a:pPr algn="l" fontAlgn="ctr">
                        <a:buNone/>
                      </a:pPr>
                      <a:r>
                        <a:rPr lang="en-UG" sz="2000" u="none" strike="noStrike" dirty="0">
                          <a:solidFill>
                            <a:schemeClr val="bg1"/>
                          </a:solidFill>
                          <a:effectLst/>
                          <a:latin typeface="Times New Roman" panose="02020603050405020304" pitchFamily="18" charset="0"/>
                          <a:cs typeface="Times New Roman" panose="02020603050405020304" pitchFamily="18" charset="0"/>
                        </a:rPr>
                        <a:t>–</a:t>
                      </a:r>
                      <a:endParaRPr lang="en-UG" sz="2000" b="0" i="0" u="none" strike="noStrike" dirty="0">
                        <a:solidFill>
                          <a:schemeClr val="bg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accent6">
                        <a:lumMod val="50000"/>
                      </a:schemeClr>
                    </a:solidFill>
                  </a:tcPr>
                </a:tc>
                <a:tc>
                  <a:txBody>
                    <a:bodyPr/>
                    <a:lstStyle/>
                    <a:p>
                      <a:pPr algn="l" fontAlgn="ctr">
                        <a:buNone/>
                      </a:pPr>
                      <a:r>
                        <a:rPr lang="en-UG" sz="2000" u="none" strike="noStrike" dirty="0">
                          <a:solidFill>
                            <a:schemeClr val="bg1"/>
                          </a:solidFill>
                          <a:effectLst/>
                          <a:latin typeface="Times New Roman" panose="02020603050405020304" pitchFamily="18" charset="0"/>
                          <a:cs typeface="Times New Roman" panose="02020603050405020304" pitchFamily="18" charset="0"/>
                        </a:rPr>
                        <a:t>–</a:t>
                      </a:r>
                      <a:endParaRPr lang="en-UG" sz="2000" b="0" i="0" u="none" strike="noStrike" dirty="0">
                        <a:solidFill>
                          <a:schemeClr val="bg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accent6">
                        <a:lumMod val="50000"/>
                      </a:schemeClr>
                    </a:solidFill>
                  </a:tcPr>
                </a:tc>
                <a:tc>
                  <a:txBody>
                    <a:bodyPr/>
                    <a:lstStyle/>
                    <a:p>
                      <a:pPr algn="l" fontAlgn="ctr">
                        <a:buNone/>
                      </a:pPr>
                      <a:r>
                        <a:rPr lang="en-US" sz="2000" u="none" strike="noStrike" dirty="0">
                          <a:solidFill>
                            <a:schemeClr val="bg1"/>
                          </a:solidFill>
                          <a:effectLst/>
                          <a:latin typeface="Times New Roman" panose="02020603050405020304" pitchFamily="18" charset="0"/>
                          <a:cs typeface="Times New Roman" panose="02020603050405020304" pitchFamily="18" charset="0"/>
                        </a:rPr>
                        <a:t>USh200,000</a:t>
                      </a:r>
                      <a:endParaRPr lang="en-US" sz="2000" b="0" i="0" u="none" strike="noStrike" dirty="0">
                        <a:solidFill>
                          <a:schemeClr val="bg1"/>
                        </a:solidFill>
                        <a:effectLst/>
                        <a:latin typeface="Times New Roman" panose="02020603050405020304" pitchFamily="18" charset="0"/>
                        <a:cs typeface="Times New Roman" panose="02020603050405020304" pitchFamily="18" charset="0"/>
                      </a:endParaRPr>
                    </a:p>
                  </a:txBody>
                  <a:tcPr marL="6788" marR="6788" marT="6788" marB="0" anchor="ctr">
                    <a:solidFill>
                      <a:schemeClr val="accent6">
                        <a:lumMod val="50000"/>
                      </a:schemeClr>
                    </a:solidFill>
                  </a:tcPr>
                </a:tc>
                <a:extLst>
                  <a:ext uri="{0D108BD9-81ED-4DB2-BD59-A6C34878D82A}">
                    <a16:rowId xmlns:a16="http://schemas.microsoft.com/office/drawing/2014/main" val="733974269"/>
                  </a:ext>
                </a:extLst>
              </a:tr>
              <a:tr h="290003">
                <a:tc>
                  <a:txBody>
                    <a:bodyPr/>
                    <a:lstStyle/>
                    <a:p>
                      <a:pPr algn="l" fontAlgn="ctr">
                        <a:buNone/>
                      </a:pPr>
                      <a:r>
                        <a:rPr lang="en-US" sz="2000" u="none" strike="noStrike">
                          <a:effectLst/>
                          <a:latin typeface="Times New Roman" panose="02020603050405020304" pitchFamily="18" charset="0"/>
                          <a:cs typeface="Times New Roman" panose="02020603050405020304" pitchFamily="18" charset="0"/>
                        </a:rPr>
                        <a:t>Total Estimated Cost</a:t>
                      </a:r>
                      <a:endParaRPr lang="en-US" sz="2000" b="1" i="0" u="none" strike="noStrike">
                        <a:solidFill>
                          <a:srgbClr val="000000"/>
                        </a:solidFill>
                        <a:effectLst/>
                        <a:latin typeface="Times New Roman" panose="02020603050405020304" pitchFamily="18" charset="0"/>
                        <a:cs typeface="Times New Roman" panose="02020603050405020304" pitchFamily="18" charset="0"/>
                      </a:endParaRPr>
                    </a:p>
                  </a:txBody>
                  <a:tcPr marL="6788" marR="6788" marT="6788" marB="0" anchor="ctr"/>
                </a:tc>
                <a:tc>
                  <a:txBody>
                    <a:bodyPr/>
                    <a:lstStyle/>
                    <a:p>
                      <a:pPr algn="l" fontAlgn="ctr">
                        <a:buNone/>
                      </a:pPr>
                      <a:r>
                        <a:rPr lang="en-UG" sz="2000" u="none" strike="noStrike">
                          <a:effectLst/>
                          <a:latin typeface="Times New Roman" panose="02020603050405020304" pitchFamily="18" charset="0"/>
                          <a:cs typeface="Times New Roman" panose="02020603050405020304" pitchFamily="18" charset="0"/>
                        </a:rPr>
                        <a:t> </a:t>
                      </a:r>
                      <a:endParaRPr lang="en-UG"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788" marR="6788" marT="6788" marB="0" anchor="ctr"/>
                </a:tc>
                <a:tc>
                  <a:txBody>
                    <a:bodyPr/>
                    <a:lstStyle/>
                    <a:p>
                      <a:pPr algn="l" fontAlgn="ctr">
                        <a:buNone/>
                      </a:pPr>
                      <a:r>
                        <a:rPr lang="en-UG" sz="2000" u="none" strike="noStrike">
                          <a:effectLst/>
                          <a:latin typeface="Times New Roman" panose="02020603050405020304" pitchFamily="18" charset="0"/>
                          <a:cs typeface="Times New Roman" panose="02020603050405020304" pitchFamily="18" charset="0"/>
                        </a:rPr>
                        <a:t> </a:t>
                      </a:r>
                      <a:endParaRPr lang="en-UG"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788" marR="6788" marT="6788" marB="0" anchor="ctr"/>
                </a:tc>
                <a:tc>
                  <a:txBody>
                    <a:bodyPr/>
                    <a:lstStyle/>
                    <a:p>
                      <a:pPr algn="l" fontAlgn="ctr">
                        <a:buNone/>
                      </a:pPr>
                      <a:r>
                        <a:rPr lang="en-US" sz="2000" u="none" strike="noStrike" dirty="0">
                          <a:effectLst/>
                          <a:latin typeface="Times New Roman" panose="02020603050405020304" pitchFamily="18" charset="0"/>
                          <a:cs typeface="Times New Roman" panose="02020603050405020304" pitchFamily="18" charset="0"/>
                        </a:rPr>
                        <a:t>USh3,350,000</a:t>
                      </a:r>
                      <a:endParaRPr lang="en-US"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6788" marR="6788" marT="6788" marB="0" anchor="ctr"/>
                </a:tc>
                <a:extLst>
                  <a:ext uri="{0D108BD9-81ED-4DB2-BD59-A6C34878D82A}">
                    <a16:rowId xmlns:a16="http://schemas.microsoft.com/office/drawing/2014/main" val="4224896411"/>
                  </a:ext>
                </a:extLst>
              </a:tr>
            </a:tbl>
          </a:graphicData>
        </a:graphic>
      </p:graphicFrame>
      <p:sp>
        <p:nvSpPr>
          <p:cNvPr id="14" name="TextBox 13">
            <a:extLst>
              <a:ext uri="{FF2B5EF4-FFF2-40B4-BE49-F238E27FC236}">
                <a16:creationId xmlns:a16="http://schemas.microsoft.com/office/drawing/2014/main" id="{3F487F5B-8A93-56ED-F03C-833661335BD8}"/>
              </a:ext>
            </a:extLst>
          </p:cNvPr>
          <p:cNvSpPr txBox="1"/>
          <p:nvPr/>
        </p:nvSpPr>
        <p:spPr>
          <a:xfrm rot="16200000">
            <a:off x="-175997" y="4327116"/>
            <a:ext cx="1644239" cy="707886"/>
          </a:xfrm>
          <a:prstGeom prst="rect">
            <a:avLst/>
          </a:prstGeom>
          <a:noFill/>
          <a:ln>
            <a:solidFill>
              <a:schemeClr val="tx1"/>
            </a:solidFill>
          </a:ln>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Supporting costs</a:t>
            </a:r>
            <a:endParaRPr lang="en-UG" sz="2000" b="1"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E5FD98A7-3182-90EB-917A-E8CCEBFB8CA6}"/>
              </a:ext>
            </a:extLst>
          </p:cNvPr>
          <p:cNvSpPr txBox="1"/>
          <p:nvPr/>
        </p:nvSpPr>
        <p:spPr>
          <a:xfrm rot="16200000">
            <a:off x="-622716" y="2236160"/>
            <a:ext cx="2537675" cy="707886"/>
          </a:xfrm>
          <a:prstGeom prst="rect">
            <a:avLst/>
          </a:prstGeom>
          <a:noFill/>
          <a:ln>
            <a:solidFill>
              <a:schemeClr val="tx1"/>
            </a:solidFill>
          </a:ln>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Essential</a:t>
            </a:r>
          </a:p>
          <a:p>
            <a:pPr algn="ctr"/>
            <a:r>
              <a:rPr lang="en-US" sz="2000" b="1" dirty="0">
                <a:latin typeface="Times New Roman" panose="02020603050405020304" pitchFamily="18" charset="0"/>
                <a:cs typeface="Times New Roman" panose="02020603050405020304" pitchFamily="18" charset="0"/>
              </a:rPr>
              <a:t> costs</a:t>
            </a:r>
            <a:endParaRPr lang="en-UG" sz="2000"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D1DE5199-8AB7-BD10-0ED4-952A2BC94C0F}"/>
              </a:ext>
            </a:extLst>
          </p:cNvPr>
          <p:cNvSpPr txBox="1"/>
          <p:nvPr/>
        </p:nvSpPr>
        <p:spPr>
          <a:xfrm>
            <a:off x="4045269" y="5838208"/>
            <a:ext cx="4446795" cy="707886"/>
          </a:xfrm>
          <a:prstGeom prst="rect">
            <a:avLst/>
          </a:prstGeom>
          <a:noFill/>
          <a:ln>
            <a:solidFill>
              <a:schemeClr val="tx1"/>
            </a:solidFill>
          </a:ln>
        </p:spPr>
        <p:txBody>
          <a:bodyPr wrap="none" rtlCol="0">
            <a:spAutoFit/>
          </a:bodyPr>
          <a:lstStyle/>
          <a:p>
            <a:r>
              <a:rPr lang="en-US" sz="2000" dirty="0">
                <a:latin typeface="Times New Roman" panose="02020603050405020304" pitchFamily="18" charset="0"/>
                <a:cs typeface="Times New Roman" panose="02020603050405020304" pitchFamily="18" charset="0"/>
              </a:rPr>
              <a:t>Total Essential costs     =   USh350,000</a:t>
            </a:r>
          </a:p>
          <a:p>
            <a:r>
              <a:rPr lang="en-US" sz="2000" dirty="0">
                <a:latin typeface="Times New Roman" panose="02020603050405020304" pitchFamily="18" charset="0"/>
                <a:cs typeface="Times New Roman" panose="02020603050405020304" pitchFamily="18" charset="0"/>
              </a:rPr>
              <a:t>Total Supporting Costs =   Ush3,000,000 </a:t>
            </a:r>
            <a:endParaRPr lang="en-UG"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522319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References used</a:t>
            </a:r>
          </a:p>
        </p:txBody>
      </p:sp>
      <p:sp>
        <p:nvSpPr>
          <p:cNvPr id="3" name="Content Placeholder 2"/>
          <p:cNvSpPr>
            <a:spLocks noGrp="1"/>
          </p:cNvSpPr>
          <p:nvPr>
            <p:ph idx="1"/>
          </p:nvPr>
        </p:nvSpPr>
        <p:spPr>
          <a:xfrm>
            <a:off x="400877" y="1611175"/>
            <a:ext cx="11227905" cy="4667250"/>
          </a:xfrm>
        </p:spPr>
        <p:txBody>
          <a:bodyPr>
            <a:noAutofit/>
          </a:bodyPr>
          <a:lstStyle/>
          <a:p>
            <a:pPr marL="342900" indent="-342900">
              <a:buFont typeface="+mj-lt"/>
              <a:buAutoNum type="arabicPeriod"/>
            </a:pPr>
            <a:r>
              <a:rPr lang="en-US" sz="1600" i="1" dirty="0">
                <a:latin typeface="Times New Roman" panose="02020603050405020304" pitchFamily="18" charset="0"/>
                <a:cs typeface="Times New Roman" panose="02020603050405020304" pitchFamily="18" charset="0"/>
              </a:rPr>
              <a:t>UNDP (2023). A Resilient Future for All: Advancing Disability Inclusion in Disaster Risk Reduction. United Nations Development </a:t>
            </a:r>
            <a:r>
              <a:rPr lang="en-US" sz="1600" i="1" dirty="0" err="1">
                <a:latin typeface="Times New Roman" panose="02020603050405020304" pitchFamily="18" charset="0"/>
                <a:cs typeface="Times New Roman" panose="02020603050405020304" pitchFamily="18" charset="0"/>
              </a:rPr>
              <a:t>Programme</a:t>
            </a:r>
            <a:r>
              <a:rPr lang="en-US" sz="1600" i="1" dirty="0">
                <a:latin typeface="Times New Roman" panose="02020603050405020304" pitchFamily="18" charset="0"/>
                <a:cs typeface="Times New Roman" panose="02020603050405020304" pitchFamily="18" charset="0"/>
              </a:rPr>
              <a:t>. Available at: </a:t>
            </a:r>
            <a:r>
              <a:rPr lang="en-US" sz="1600" i="1" dirty="0">
                <a:latin typeface="Times New Roman" panose="02020603050405020304" pitchFamily="18" charset="0"/>
                <a:cs typeface="Times New Roman" panose="02020603050405020304" pitchFamily="18" charset="0"/>
                <a:hlinkClick r:id="rId2"/>
              </a:rPr>
              <a:t>https://www.undp.org/sites/g/files/zskgke326/files/2023-11/undp-a-resilient-future-for-all-advancing-disability-inclusion-in-drr.pdf</a:t>
            </a:r>
            <a:endParaRPr lang="en-US" sz="1600" i="1"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1600" i="1" dirty="0">
                <a:latin typeface="Times New Roman" panose="02020603050405020304" pitchFamily="18" charset="0"/>
                <a:cs typeface="Times New Roman" panose="02020603050405020304" pitchFamily="18" charset="0"/>
              </a:rPr>
              <a:t>WHO (2024). Assistive Technology. World Health Organization. Available at: </a:t>
            </a:r>
            <a:r>
              <a:rPr lang="en-US" sz="1600" i="1" dirty="0">
                <a:latin typeface="Times New Roman" panose="02020603050405020304" pitchFamily="18" charset="0"/>
                <a:cs typeface="Times New Roman" panose="02020603050405020304" pitchFamily="18" charset="0"/>
                <a:hlinkClick r:id="rId3"/>
              </a:rPr>
              <a:t>https://www.who.int/health-topics/assistive-technology</a:t>
            </a:r>
            <a:endParaRPr lang="en-US" sz="1600" i="1"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1600" i="1" dirty="0">
                <a:latin typeface="Times New Roman" panose="02020603050405020304" pitchFamily="18" charset="0"/>
                <a:cs typeface="Times New Roman" panose="02020603050405020304" pitchFamily="18" charset="0"/>
              </a:rPr>
              <a:t>UBOS (2023). Uganda Rapid Assistive Technology Assessment 2023. Uganda Bureau of Statistics. Available at: </a:t>
            </a:r>
            <a:r>
              <a:rPr lang="en-US" sz="1600" i="1" dirty="0">
                <a:latin typeface="Times New Roman" panose="02020603050405020304" pitchFamily="18" charset="0"/>
                <a:cs typeface="Times New Roman" panose="02020603050405020304" pitchFamily="18" charset="0"/>
                <a:hlinkClick r:id="rId4"/>
              </a:rPr>
              <a:t>https://library.health.go.ug/sites/default/files/resources/Uganda%20rapid%20Assistive%20Technology%20Assessment%20Booklet%20V.3-2%20Final.pdf</a:t>
            </a:r>
            <a:endParaRPr lang="en-US" sz="1600" i="1"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1600" b="1" i="1" dirty="0">
                <a:latin typeface="Times New Roman" panose="02020603050405020304" pitchFamily="18" charset="0"/>
                <a:cs typeface="Times New Roman" panose="02020603050405020304" pitchFamily="18" charset="0"/>
              </a:rPr>
              <a:t>Ambar, R., Salim, S., Abd Wahab, M.H., Abdul Jamil, M.M. &amp; Ching Phing, T.</a:t>
            </a:r>
            <a:r>
              <a:rPr lang="en-US" sz="1600" i="1" dirty="0">
                <a:latin typeface="Times New Roman" panose="02020603050405020304" pitchFamily="18" charset="0"/>
                <a:cs typeface="Times New Roman" panose="02020603050405020304" pitchFamily="18" charset="0"/>
              </a:rPr>
              <a:t> (2023). Development of a wearable sensor glove for real-time sign language translation. Annals of Emerging Technologies in Computing, 7(5), 25–38. Available at: </a:t>
            </a:r>
            <a:r>
              <a:rPr lang="en-US" sz="1600" i="1" dirty="0">
                <a:latin typeface="Times New Roman" panose="02020603050405020304" pitchFamily="18" charset="0"/>
                <a:cs typeface="Times New Roman" panose="02020603050405020304" pitchFamily="18" charset="0"/>
                <a:hlinkClick r:id="rId5"/>
              </a:rPr>
              <a:t>https://doi.org/10.33166/aetic.2023.05.003</a:t>
            </a:r>
            <a:endParaRPr lang="en-US" sz="1600" i="1"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1600" b="1" i="1" dirty="0">
                <a:latin typeface="Times New Roman" panose="02020603050405020304" pitchFamily="18" charset="0"/>
                <a:cs typeface="Times New Roman" panose="02020603050405020304" pitchFamily="18" charset="0"/>
              </a:rPr>
              <a:t>Abougarair, A.J. &amp; Arebi, W.A.</a:t>
            </a:r>
            <a:r>
              <a:rPr lang="en-US" sz="1600" i="1" dirty="0">
                <a:latin typeface="Times New Roman" panose="02020603050405020304" pitchFamily="18" charset="0"/>
                <a:cs typeface="Times New Roman" panose="02020603050405020304" pitchFamily="18" charset="0"/>
              </a:rPr>
              <a:t> (2022). Smart glove for sign language translation. International Journal of Robotics and Automation, 8(2), 109–117. Available at: </a:t>
            </a:r>
            <a:r>
              <a:rPr lang="en-US" sz="1600" i="1" dirty="0">
                <a:latin typeface="Times New Roman" panose="02020603050405020304" pitchFamily="18" charset="0"/>
                <a:cs typeface="Times New Roman" panose="02020603050405020304" pitchFamily="18" charset="0"/>
                <a:hlinkClick r:id="rId6"/>
              </a:rPr>
              <a:t>https://medcraveonline.com/IRATJ/IRATJ-08-00253.pdf</a:t>
            </a:r>
            <a:endParaRPr lang="en-US" sz="1600" i="1"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1600" b="1" i="1" dirty="0">
                <a:latin typeface="Times New Roman" panose="02020603050405020304" pitchFamily="18" charset="0"/>
                <a:cs typeface="Times New Roman" panose="02020603050405020304" pitchFamily="18" charset="0"/>
              </a:rPr>
              <a:t>Olayiwola, A., Olayode, W., Akintayo, T., Oyedeji, A., Olayiwola, D., </a:t>
            </a:r>
            <a:r>
              <a:rPr lang="en-US" sz="1600" b="1" i="1" dirty="0" err="1">
                <a:latin typeface="Times New Roman" panose="02020603050405020304" pitchFamily="18" charset="0"/>
                <a:cs typeface="Times New Roman" panose="02020603050405020304" pitchFamily="18" charset="0"/>
              </a:rPr>
              <a:t>Osifeko</a:t>
            </a:r>
            <a:r>
              <a:rPr lang="en-US" sz="1600" b="1" i="1" dirty="0">
                <a:latin typeface="Times New Roman" panose="02020603050405020304" pitchFamily="18" charset="0"/>
                <a:cs typeface="Times New Roman" panose="02020603050405020304" pitchFamily="18" charset="0"/>
              </a:rPr>
              <a:t>, M. &amp; </a:t>
            </a:r>
            <a:r>
              <a:rPr lang="en-US" sz="1600" b="1" i="1" dirty="0" err="1">
                <a:latin typeface="Times New Roman" panose="02020603050405020304" pitchFamily="18" charset="0"/>
                <a:cs typeface="Times New Roman" panose="02020603050405020304" pitchFamily="18" charset="0"/>
              </a:rPr>
              <a:t>Abolade</a:t>
            </a:r>
            <a:r>
              <a:rPr lang="en-US" sz="1600" b="1" i="1" dirty="0">
                <a:latin typeface="Times New Roman" panose="02020603050405020304" pitchFamily="18" charset="0"/>
                <a:cs typeface="Times New Roman" panose="02020603050405020304" pitchFamily="18" charset="0"/>
              </a:rPr>
              <a:t>, O.</a:t>
            </a:r>
            <a:r>
              <a:rPr lang="en-US" sz="1600" i="1" dirty="0">
                <a:latin typeface="Times New Roman" panose="02020603050405020304" pitchFamily="18" charset="0"/>
                <a:cs typeface="Times New Roman" panose="02020603050405020304" pitchFamily="18" charset="0"/>
              </a:rPr>
              <a:t> (2025). A smart walking stick with voice guidance in an African language for visually impaired persons. Journal of Electrical Systems and Information Technology, 12, 67. Available at: </a:t>
            </a:r>
            <a:r>
              <a:rPr lang="en-US" sz="1600" i="1" dirty="0">
                <a:latin typeface="Times New Roman" panose="02020603050405020304" pitchFamily="18" charset="0"/>
                <a:cs typeface="Times New Roman" panose="02020603050405020304" pitchFamily="18" charset="0"/>
                <a:hlinkClick r:id="rId7"/>
              </a:rPr>
              <a:t>https://doi.org/10.1186/s43067-025-00254-5</a:t>
            </a:r>
            <a:endParaRPr lang="en-US" sz="1600" i="1"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1600" b="1" i="1" dirty="0">
                <a:latin typeface="Times New Roman" panose="02020603050405020304" pitchFamily="18" charset="0"/>
                <a:cs typeface="Times New Roman" panose="02020603050405020304" pitchFamily="18" charset="0"/>
              </a:rPr>
              <a:t>Farooq, M.S., Shafi, I., Khan, H., Díez, I.D.L.T., </a:t>
            </a:r>
            <a:r>
              <a:rPr lang="en-US" sz="1600" b="1" i="1" dirty="0" err="1">
                <a:latin typeface="Times New Roman" panose="02020603050405020304" pitchFamily="18" charset="0"/>
                <a:cs typeface="Times New Roman" panose="02020603050405020304" pitchFamily="18" charset="0"/>
              </a:rPr>
              <a:t>Breñosa</a:t>
            </a:r>
            <a:r>
              <a:rPr lang="en-US" sz="1600" b="1" i="1" dirty="0">
                <a:latin typeface="Times New Roman" panose="02020603050405020304" pitchFamily="18" charset="0"/>
                <a:cs typeface="Times New Roman" panose="02020603050405020304" pitchFamily="18" charset="0"/>
              </a:rPr>
              <a:t>, J., Martínez Espinosa, J.C. &amp; Ashraf, I.</a:t>
            </a:r>
            <a:r>
              <a:rPr lang="en-US" sz="1600" i="1" dirty="0">
                <a:latin typeface="Times New Roman" panose="02020603050405020304" pitchFamily="18" charset="0"/>
                <a:cs typeface="Times New Roman" panose="02020603050405020304" pitchFamily="18" charset="0"/>
              </a:rPr>
              <a:t> (2022). IoT enabled intelligent stick for visually impaired people for obstacle recognition. Sensors, 22(22), 8914. Available at: https://doi.org/10.3390/s22228914</a:t>
            </a:r>
          </a:p>
        </p:txBody>
      </p:sp>
      <p:cxnSp>
        <p:nvCxnSpPr>
          <p:cNvPr id="9" name="Straight Connector 8">
            <a:extLst>
              <a:ext uri="{FF2B5EF4-FFF2-40B4-BE49-F238E27FC236}">
                <a16:creationId xmlns:a16="http://schemas.microsoft.com/office/drawing/2014/main" id="{EC10596C-9574-A5D8-00F3-52D5FE02529D}"/>
              </a:ext>
            </a:extLst>
          </p:cNvPr>
          <p:cNvCxnSpPr>
            <a:cxnSpLocks/>
          </p:cNvCxnSpPr>
          <p:nvPr/>
        </p:nvCxnSpPr>
        <p:spPr>
          <a:xfrm>
            <a:off x="2574235" y="1451114"/>
            <a:ext cx="96177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Picture 9" descr="This may contain: the letter s is made up of two intersecting lines, and it appears to be black">
            <a:extLst>
              <a:ext uri="{FF2B5EF4-FFF2-40B4-BE49-F238E27FC236}">
                <a16:creationId xmlns:a16="http://schemas.microsoft.com/office/drawing/2014/main" id="{BFADBF29-7BCF-0DE0-FEC2-F332D3F179AC}"/>
              </a:ext>
            </a:extLst>
          </p:cNvPr>
          <p:cNvPicPr>
            <a:picLocks noChangeAspect="1" noChangeArrowheads="1"/>
          </p:cNvPicPr>
          <p:nvPr/>
        </p:nvPicPr>
        <p:blipFill>
          <a:blip r:embed="rId8" cstate="print">
            <a:extLst>
              <a:ext uri="{BEBA8EAE-BF5A-486C-A8C5-ECC9F3942E4B}">
                <a14:imgProps xmlns:a14="http://schemas.microsoft.com/office/drawing/2010/main">
                  <a14:imgLayer r:embed="rId9">
                    <a14:imgEffect>
                      <a14:backgroundRemoval t="10000" b="90000" l="10000" r="90000">
                        <a14:foregroundMark x1="35623" y1="60383" x2="35623" y2="60383"/>
                        <a14:foregroundMark x1="60703" y1="41054" x2="60703" y2="41054"/>
                      </a14:backgroundRemoval>
                    </a14:imgEffect>
                  </a14:imgLayer>
                </a14:imgProps>
              </a:ext>
              <a:ext uri="{28A0092B-C50C-407E-A947-70E740481C1C}">
                <a14:useLocalDpi xmlns:a14="http://schemas.microsoft.com/office/drawing/2010/main" val="0"/>
              </a:ext>
            </a:extLst>
          </a:blip>
          <a:srcRect/>
          <a:stretch>
            <a:fillRect/>
          </a:stretch>
        </p:blipFill>
        <p:spPr bwMode="auto">
          <a:xfrm>
            <a:off x="0" y="-123306"/>
            <a:ext cx="1365697" cy="1365697"/>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BE939FED-DC52-4866-B3E8-36E80950E02A}"/>
              </a:ext>
            </a:extLst>
          </p:cNvPr>
          <p:cNvSpPr>
            <a:spLocks noGrp="1"/>
          </p:cNvSpPr>
          <p:nvPr>
            <p:ph type="sldNum" sz="quarter" idx="12"/>
          </p:nvPr>
        </p:nvSpPr>
        <p:spPr/>
        <p:txBody>
          <a:bodyPr/>
          <a:lstStyle/>
          <a:p>
            <a:fld id="{59198F8E-9E1E-4209-934C-4DCBBC18FC64}" type="slidenum">
              <a:rPr lang="en-US" smtClean="0"/>
              <a:t>11</a:t>
            </a:fld>
            <a:endParaRPr lang="en-US"/>
          </a:p>
        </p:txBody>
      </p:sp>
    </p:spTree>
    <p:extLst>
      <p:ext uri="{BB962C8B-B14F-4D97-AF65-F5344CB8AC3E}">
        <p14:creationId xmlns:p14="http://schemas.microsoft.com/office/powerpoint/2010/main" val="36427614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5739" y="2246243"/>
            <a:ext cx="10979426" cy="4725849"/>
          </a:xfrm>
        </p:spPr>
        <p:txBody>
          <a:bodyPr>
            <a:normAutofit/>
          </a:bodyPr>
          <a:lstStyle/>
          <a:p>
            <a:pPr marL="0" indent="0" algn="ctr">
              <a:buNone/>
            </a:pPr>
            <a:endParaRPr lang="en-US" sz="8000" dirty="0"/>
          </a:p>
          <a:p>
            <a:pPr marL="0" indent="0" algn="ctr">
              <a:buNone/>
            </a:pPr>
            <a:r>
              <a:rPr lang="en-US" sz="8000" dirty="0">
                <a:latin typeface="Times New Roman" panose="02020603050405020304" pitchFamily="18" charset="0"/>
                <a:cs typeface="Times New Roman" panose="02020603050405020304" pitchFamily="18" charset="0"/>
              </a:rPr>
              <a:t>THANK YOU </a:t>
            </a:r>
          </a:p>
          <a:p>
            <a:pPr marL="0" indent="0" algn="ctr">
              <a:buNone/>
            </a:pPr>
            <a:endParaRPr lang="en-US" sz="8000" dirty="0"/>
          </a:p>
        </p:txBody>
      </p:sp>
      <p:pic>
        <p:nvPicPr>
          <p:cNvPr id="2" name="Picture 1" descr="This may contain: the letter s is made up of two intersecting lines, and it appears to be black">
            <a:extLst>
              <a:ext uri="{FF2B5EF4-FFF2-40B4-BE49-F238E27FC236}">
                <a16:creationId xmlns:a16="http://schemas.microsoft.com/office/drawing/2014/main" id="{ED766758-7351-8703-41E6-0A5E2C4CF582}"/>
              </a:ext>
            </a:extLst>
          </p:cNvPr>
          <p:cNvPicPr>
            <a:picLocks noChangeAspect="1" noChangeArrowheads="1"/>
          </p:cNvPicPr>
          <p:nvPr/>
        </p:nvPicPr>
        <p:blipFill>
          <a:blip r:embed="rId2" cstate="print">
            <a:extLst>
              <a:ext uri="{BEBA8EAE-BF5A-486C-A8C5-ECC9F3942E4B}">
                <a14:imgProps xmlns:a14="http://schemas.microsoft.com/office/drawing/2010/main">
                  <a14:imgLayer r:embed="rId3">
                    <a14:imgEffect>
                      <a14:backgroundRemoval t="10000" b="90000" l="10000" r="90000">
                        <a14:foregroundMark x1="35623" y1="60383" x2="35623" y2="60383"/>
                        <a14:foregroundMark x1="60703" y1="41054" x2="60703" y2="41054"/>
                      </a14:backgroundRemoval>
                    </a14:imgEffect>
                  </a14:imgLayer>
                </a14:imgProps>
              </a:ext>
              <a:ext uri="{28A0092B-C50C-407E-A947-70E740481C1C}">
                <a14:useLocalDpi xmlns:a14="http://schemas.microsoft.com/office/drawing/2010/main" val="0"/>
              </a:ext>
            </a:extLst>
          </a:blip>
          <a:srcRect/>
          <a:stretch>
            <a:fillRect/>
          </a:stretch>
        </p:blipFill>
        <p:spPr bwMode="auto">
          <a:xfrm>
            <a:off x="3871291" y="-320086"/>
            <a:ext cx="4449418" cy="444941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92A8CD8-CAC8-4A82-6691-DCF24A40946E}"/>
              </a:ext>
            </a:extLst>
          </p:cNvPr>
          <p:cNvSpPr txBox="1"/>
          <p:nvPr/>
        </p:nvSpPr>
        <p:spPr>
          <a:xfrm>
            <a:off x="4531000" y="4681329"/>
            <a:ext cx="3308903" cy="646331"/>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SIGNASENSE</a:t>
            </a:r>
            <a:endParaRPr lang="en-UG" sz="360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AA042640-2092-E5CE-DA8E-05381817BB40}"/>
              </a:ext>
            </a:extLst>
          </p:cNvPr>
          <p:cNvCxnSpPr>
            <a:cxnSpLocks/>
          </p:cNvCxnSpPr>
          <p:nvPr/>
        </p:nvCxnSpPr>
        <p:spPr>
          <a:xfrm>
            <a:off x="3140765" y="4609167"/>
            <a:ext cx="905123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09A38BEE-B331-AD61-1759-F7164EC7BCBE}"/>
              </a:ext>
            </a:extLst>
          </p:cNvPr>
          <p:cNvSpPr>
            <a:spLocks noGrp="1"/>
          </p:cNvSpPr>
          <p:nvPr>
            <p:ph type="sldNum" sz="quarter" idx="12"/>
          </p:nvPr>
        </p:nvSpPr>
        <p:spPr/>
        <p:txBody>
          <a:bodyPr/>
          <a:lstStyle/>
          <a:p>
            <a:fld id="{59198F8E-9E1E-4209-934C-4DCBBC18FC64}" type="slidenum">
              <a:rPr lang="en-US" smtClean="0"/>
              <a:t>12</a:t>
            </a:fld>
            <a:endParaRPr lang="en-US"/>
          </a:p>
        </p:txBody>
      </p:sp>
    </p:spTree>
    <p:extLst>
      <p:ext uri="{BB962C8B-B14F-4D97-AF65-F5344CB8AC3E}">
        <p14:creationId xmlns:p14="http://schemas.microsoft.com/office/powerpoint/2010/main" val="17351147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1474</TotalTime>
  <Words>1404</Words>
  <Application>Microsoft Office PowerPoint</Application>
  <PresentationFormat>Widescreen</PresentationFormat>
  <Paragraphs>174</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Times New Roman</vt:lpstr>
      <vt:lpstr>Wingdings</vt:lpstr>
      <vt:lpstr>Office Theme</vt:lpstr>
      <vt:lpstr>SIGNASENSE</vt:lpstr>
      <vt:lpstr>Background</vt:lpstr>
      <vt:lpstr>The Problem Statement</vt:lpstr>
      <vt:lpstr>Objectives</vt:lpstr>
      <vt:lpstr>Research Questions</vt:lpstr>
      <vt:lpstr>Significance Of The Study</vt:lpstr>
      <vt:lpstr>Literature Review</vt:lpstr>
      <vt:lpstr>Methodology to be used. </vt:lpstr>
      <vt:lpstr>Work Plan</vt:lpstr>
      <vt:lpstr>Budget</vt:lpstr>
      <vt:lpstr>References used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SignaSense</dc:title>
  <dc:creator>BENITAH MWANJE</dc:creator>
  <cp:lastModifiedBy>MARY ADEKE</cp:lastModifiedBy>
  <cp:revision>65</cp:revision>
  <dcterms:created xsi:type="dcterms:W3CDTF">2025-10-14T18:46:02Z</dcterms:created>
  <dcterms:modified xsi:type="dcterms:W3CDTF">2026-05-05T20:10:49Z</dcterms:modified>
</cp:coreProperties>
</file>